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1.xml" ContentType="application/vnd.openxmlformats-officedocument.presentationml.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50" r:id="rId1"/>
  </p:sldMasterIdLst>
  <p:notesMasterIdLst>
    <p:notesMasterId r:id="rId49"/>
  </p:notesMasterIdLst>
  <p:sldIdLst>
    <p:sldId id="256" r:id="rId2"/>
    <p:sldId id="304" r:id="rId3"/>
    <p:sldId id="303" r:id="rId4"/>
    <p:sldId id="305" r:id="rId5"/>
    <p:sldId id="307" r:id="rId6"/>
    <p:sldId id="309" r:id="rId7"/>
    <p:sldId id="257" r:id="rId8"/>
    <p:sldId id="300" r:id="rId9"/>
    <p:sldId id="258" r:id="rId10"/>
    <p:sldId id="296" r:id="rId11"/>
    <p:sldId id="298" r:id="rId12"/>
    <p:sldId id="259" r:id="rId13"/>
    <p:sldId id="260" r:id="rId14"/>
    <p:sldId id="301" r:id="rId15"/>
    <p:sldId id="289" r:id="rId16"/>
    <p:sldId id="261" r:id="rId17"/>
    <p:sldId id="262" r:id="rId18"/>
    <p:sldId id="290" r:id="rId19"/>
    <p:sldId id="294" r:id="rId20"/>
    <p:sldId id="302" r:id="rId21"/>
    <p:sldId id="295" r:id="rId22"/>
    <p:sldId id="263" r:id="rId23"/>
    <p:sldId id="288" r:id="rId24"/>
    <p:sldId id="264" r:id="rId25"/>
    <p:sldId id="265" r:id="rId26"/>
    <p:sldId id="291" r:id="rId27"/>
    <p:sldId id="292" r:id="rId28"/>
    <p:sldId id="266" r:id="rId29"/>
    <p:sldId id="267" r:id="rId30"/>
    <p:sldId id="268" r:id="rId31"/>
    <p:sldId id="269" r:id="rId32"/>
    <p:sldId id="270" r:id="rId33"/>
    <p:sldId id="271" r:id="rId34"/>
    <p:sldId id="272" r:id="rId35"/>
    <p:sldId id="299" r:id="rId36"/>
    <p:sldId id="275" r:id="rId37"/>
    <p:sldId id="284" r:id="rId38"/>
    <p:sldId id="293" r:id="rId39"/>
    <p:sldId id="287" r:id="rId40"/>
    <p:sldId id="310" r:id="rId41"/>
    <p:sldId id="273" r:id="rId42"/>
    <p:sldId id="274" r:id="rId43"/>
    <p:sldId id="311" r:id="rId44"/>
    <p:sldId id="312" r:id="rId45"/>
    <p:sldId id="313" r:id="rId46"/>
    <p:sldId id="276" r:id="rId47"/>
    <p:sldId id="277" r:id="rId48"/>
  </p:sldIdLst>
  <p:sldSz cx="12192000" cy="6858000"/>
  <p:notesSz cx="6799263" cy="9929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السكرتارية جمعية طبيبي" initials="السكرتارية" lastIdx="1" clrIdx="0">
    <p:extLst>
      <p:ext uri="{19B8F6BF-5375-455C-9EA6-DF929625EA0E}">
        <p15:presenceInfo xmlns:p15="http://schemas.microsoft.com/office/powerpoint/2012/main" userId="السكرتارية جمعية طبيبي" providerId="None"/>
      </p:ext>
    </p:extLst>
  </p:cmAuthor>
  <p:cmAuthor id="2" name="جمعية طبيبي" initials="جمعية" lastIdx="1" clrIdx="1">
    <p:extLst>
      <p:ext uri="{19B8F6BF-5375-455C-9EA6-DF929625EA0E}">
        <p15:presenceInfo xmlns:p15="http://schemas.microsoft.com/office/powerpoint/2012/main" userId="f5f79ab4f8997a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CFE"/>
    <a:srgbClr val="FFF3FE"/>
    <a:srgbClr val="952D43"/>
    <a:srgbClr val="510B44"/>
    <a:srgbClr val="80126B"/>
    <a:srgbClr val="FFEFFE"/>
    <a:srgbClr val="FCEAF9"/>
    <a:srgbClr val="F8D4F1"/>
    <a:srgbClr val="F6CAEE"/>
    <a:srgbClr val="7A24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النمط الفاتح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162" autoAdjust="0"/>
    <p:restoredTop sz="94610"/>
  </p:normalViewPr>
  <p:slideViewPr>
    <p:cSldViewPr snapToGrid="0" snapToObjects="1">
      <p:cViewPr varScale="1">
        <p:scale>
          <a:sx n="113" d="100"/>
          <a:sy n="113" d="100"/>
        </p:scale>
        <p:origin x="52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لسكرتارية جمعية طبيبي" userId="fdfcb09f-6876-431b-adab-49a7d2e9632b" providerId="ADAL" clId="{BB1527BC-C878-40DE-9BA4-678924EC1210}"/>
    <pc:docChg chg="undo redo custSel addSld modSld sldOrd">
      <pc:chgData name="السكرتارية جمعية طبيبي" userId="fdfcb09f-6876-431b-adab-49a7d2e9632b" providerId="ADAL" clId="{BB1527BC-C878-40DE-9BA4-678924EC1210}" dt="2026-08-19T09:10:56.986" v="641" actId="14100"/>
      <pc:docMkLst>
        <pc:docMk/>
      </pc:docMkLst>
      <pc:sldChg chg="modSp mod setBg">
        <pc:chgData name="السكرتارية جمعية طبيبي" userId="fdfcb09f-6876-431b-adab-49a7d2e9632b" providerId="ADAL" clId="{BB1527BC-C878-40DE-9BA4-678924EC1210}" dt="2026-08-18T11:30:20.589" v="528" actId="20577"/>
        <pc:sldMkLst>
          <pc:docMk/>
          <pc:sldMk cId="0" sldId="256"/>
        </pc:sldMkLst>
        <pc:spChg chg="mod">
          <ac:chgData name="السكرتارية جمعية طبيبي" userId="fdfcb09f-6876-431b-adab-49a7d2e9632b" providerId="ADAL" clId="{BB1527BC-C878-40DE-9BA4-678924EC1210}" dt="2026-08-18T11:30:20.589" v="528" actId="20577"/>
          <ac:spMkLst>
            <pc:docMk/>
            <pc:sldMk cId="0" sldId="256"/>
            <ac:spMk id="8" creationId="{00000000-0000-0000-0000-000000000000}"/>
          </ac:spMkLst>
        </pc:spChg>
      </pc:sldChg>
      <pc:sldChg chg="modSp mod setBg">
        <pc:chgData name="السكرتارية جمعية طبيبي" userId="fdfcb09f-6876-431b-adab-49a7d2e9632b" providerId="ADAL" clId="{BB1527BC-C878-40DE-9BA4-678924EC1210}" dt="2026-08-18T12:08:13.923" v="590" actId="207"/>
        <pc:sldMkLst>
          <pc:docMk/>
          <pc:sldMk cId="0" sldId="257"/>
        </pc:sldMkLst>
        <pc:spChg chg="mod">
          <ac:chgData name="السكرتارية جمعية طبيبي" userId="fdfcb09f-6876-431b-adab-49a7d2e9632b" providerId="ADAL" clId="{BB1527BC-C878-40DE-9BA4-678924EC1210}" dt="2026-08-18T09:55:52.468" v="212" actId="1076"/>
          <ac:spMkLst>
            <pc:docMk/>
            <pc:sldMk cId="0" sldId="257"/>
            <ac:spMk id="2" creationId="{00000000-0000-0000-0000-000000000000}"/>
          </ac:spMkLst>
        </pc:spChg>
        <pc:spChg chg="mod">
          <ac:chgData name="السكرتارية جمعية طبيبي" userId="fdfcb09f-6876-431b-adab-49a7d2e9632b" providerId="ADAL" clId="{BB1527BC-C878-40DE-9BA4-678924EC1210}" dt="2026-08-18T09:55:54.980" v="213" actId="1076"/>
          <ac:spMkLst>
            <pc:docMk/>
            <pc:sldMk cId="0" sldId="257"/>
            <ac:spMk id="3"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5"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6"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8"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9"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1"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2"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3"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4" creationId="{00000000-0000-0000-0000-000000000000}"/>
          </ac:spMkLst>
        </pc:spChg>
        <pc:spChg chg="mod">
          <ac:chgData name="السكرتارية جمعية طبيبي" userId="fdfcb09f-6876-431b-adab-49a7d2e9632b" providerId="ADAL" clId="{BB1527BC-C878-40DE-9BA4-678924EC1210}" dt="2026-08-18T11:29:59.569" v="520" actId="20577"/>
          <ac:spMkLst>
            <pc:docMk/>
            <pc:sldMk cId="0" sldId="257"/>
            <ac:spMk id="15" creationId="{00000000-0000-0000-0000-000000000000}"/>
          </ac:spMkLst>
        </pc:spChg>
        <pc:spChg chg="mod">
          <ac:chgData name="السكرتارية جمعية طبيبي" userId="fdfcb09f-6876-431b-adab-49a7d2e9632b" providerId="ADAL" clId="{BB1527BC-C878-40DE-9BA4-678924EC1210}" dt="2026-08-18T12:08:13.923" v="590" actId="207"/>
          <ac:spMkLst>
            <pc:docMk/>
            <pc:sldMk cId="0" sldId="257"/>
            <ac:spMk id="16" creationId="{00000000-0000-0000-0000-000000000000}"/>
          </ac:spMkLst>
        </pc:spChg>
        <pc:spChg chg="mod">
          <ac:chgData name="السكرتارية جمعية طبيبي" userId="fdfcb09f-6876-431b-adab-49a7d2e9632b" providerId="ADAL" clId="{BB1527BC-C878-40DE-9BA4-678924EC1210}" dt="2026-08-18T12:08:07.523" v="589" actId="207"/>
          <ac:spMkLst>
            <pc:docMk/>
            <pc:sldMk cId="0" sldId="257"/>
            <ac:spMk id="17"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8"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19"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20" creationId="{00000000-0000-0000-0000-000000000000}"/>
          </ac:spMkLst>
        </pc:spChg>
        <pc:spChg chg="mod">
          <ac:chgData name="السكرتارية جمعية طبيبي" userId="fdfcb09f-6876-431b-adab-49a7d2e9632b" providerId="ADAL" clId="{BB1527BC-C878-40DE-9BA4-678924EC1210}" dt="2026-08-18T09:53:49.258" v="196" actId="207"/>
          <ac:spMkLst>
            <pc:docMk/>
            <pc:sldMk cId="0" sldId="257"/>
            <ac:spMk id="21" creationId="{00000000-0000-0000-0000-000000000000}"/>
          </ac:spMkLst>
        </pc:spChg>
      </pc:sldChg>
      <pc:sldChg chg="modSp mod setBg">
        <pc:chgData name="السكرتارية جمعية طبيبي" userId="fdfcb09f-6876-431b-adab-49a7d2e9632b" providerId="ADAL" clId="{BB1527BC-C878-40DE-9BA4-678924EC1210}" dt="2026-08-18T11:29:55.241" v="519" actId="1076"/>
        <pc:sldMkLst>
          <pc:docMk/>
          <pc:sldMk cId="0" sldId="258"/>
        </pc:sldMkLst>
        <pc:spChg chg="mod">
          <ac:chgData name="السكرتارية جمعية طبيبي" userId="fdfcb09f-6876-431b-adab-49a7d2e9632b" providerId="ADAL" clId="{BB1527BC-C878-40DE-9BA4-678924EC1210}" dt="2026-08-18T09:55:07.701" v="205" actId="207"/>
          <ac:spMkLst>
            <pc:docMk/>
            <pc:sldMk cId="0" sldId="258"/>
            <ac:spMk id="2" creationId="{00000000-0000-0000-0000-000000000000}"/>
          </ac:spMkLst>
        </pc:spChg>
        <pc:spChg chg="mod">
          <ac:chgData name="السكرتارية جمعية طبيبي" userId="fdfcb09f-6876-431b-adab-49a7d2e9632b" providerId="ADAL" clId="{BB1527BC-C878-40DE-9BA4-678924EC1210}" dt="2026-08-18T11:29:55.241" v="519" actId="1076"/>
          <ac:spMkLst>
            <pc:docMk/>
            <pc:sldMk cId="0" sldId="258"/>
            <ac:spMk id="3"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4"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5"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7"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8"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0"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1"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2"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3"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4"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6"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7"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8"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19" creationId="{00000000-0000-0000-0000-000000000000}"/>
          </ac:spMkLst>
        </pc:spChg>
        <pc:spChg chg="mod">
          <ac:chgData name="السكرتارية جمعية طبيبي" userId="fdfcb09f-6876-431b-adab-49a7d2e9632b" providerId="ADAL" clId="{BB1527BC-C878-40DE-9BA4-678924EC1210}" dt="2026-08-18T09:55:07.701" v="205" actId="207"/>
          <ac:spMkLst>
            <pc:docMk/>
            <pc:sldMk cId="0" sldId="258"/>
            <ac:spMk id="20" creationId="{00000000-0000-0000-0000-000000000000}"/>
          </ac:spMkLst>
        </pc:spChg>
      </pc:sldChg>
      <pc:sldChg chg="modSp mod setBg">
        <pc:chgData name="السكرتارية جمعية طبيبي" userId="fdfcb09f-6876-431b-adab-49a7d2e9632b" providerId="ADAL" clId="{BB1527BC-C878-40DE-9BA4-678924EC1210}" dt="2026-08-18T11:34:02.539" v="529" actId="1076"/>
        <pc:sldMkLst>
          <pc:docMk/>
          <pc:sldMk cId="0" sldId="259"/>
        </pc:sldMkLst>
        <pc:spChg chg="mod">
          <ac:chgData name="السكرتارية جمعية طبيبي" userId="fdfcb09f-6876-431b-adab-49a7d2e9632b" providerId="ADAL" clId="{BB1527BC-C878-40DE-9BA4-678924EC1210}" dt="2026-08-18T09:55:30.503" v="207" actId="207"/>
          <ac:spMkLst>
            <pc:docMk/>
            <pc:sldMk cId="0" sldId="259"/>
            <ac:spMk id="2" creationId="{00000000-0000-0000-0000-000000000000}"/>
          </ac:spMkLst>
        </pc:spChg>
        <pc:spChg chg="mod">
          <ac:chgData name="السكرتارية جمعية طبيبي" userId="fdfcb09f-6876-431b-adab-49a7d2e9632b" providerId="ADAL" clId="{BB1527BC-C878-40DE-9BA4-678924EC1210}" dt="2026-08-18T11:34:02.539" v="529" actId="1076"/>
          <ac:spMkLst>
            <pc:docMk/>
            <pc:sldMk cId="0" sldId="259"/>
            <ac:spMk id="3"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4"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6"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7"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8"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9"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0"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1"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2"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3"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4"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5"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6" creationId="{00000000-0000-0000-0000-000000000000}"/>
          </ac:spMkLst>
        </pc:spChg>
        <pc:spChg chg="mod">
          <ac:chgData name="السكرتارية جمعية طبيبي" userId="fdfcb09f-6876-431b-adab-49a7d2e9632b" providerId="ADAL" clId="{BB1527BC-C878-40DE-9BA4-678924EC1210}" dt="2026-08-18T09:55:30.503" v="207" actId="207"/>
          <ac:spMkLst>
            <pc:docMk/>
            <pc:sldMk cId="0" sldId="259"/>
            <ac:spMk id="17" creationId="{00000000-0000-0000-0000-000000000000}"/>
          </ac:spMkLst>
        </pc:spChg>
        <pc:graphicFrameChg chg="mod">
          <ac:chgData name="السكرتارية جمعية طبيبي" userId="fdfcb09f-6876-431b-adab-49a7d2e9632b" providerId="ADAL" clId="{BB1527BC-C878-40DE-9BA4-678924EC1210}" dt="2026-08-18T09:55:30.503" v="207" actId="207"/>
          <ac:graphicFrameMkLst>
            <pc:docMk/>
            <pc:sldMk cId="0" sldId="259"/>
            <ac:graphicFrameMk id="5" creationId="{00000000-0000-0000-0000-000000000000}"/>
          </ac:graphicFrameMkLst>
        </pc:graphicFrameChg>
        <pc:picChg chg="mod">
          <ac:chgData name="السكرتارية جمعية طبيبي" userId="fdfcb09f-6876-431b-adab-49a7d2e9632b" providerId="ADAL" clId="{BB1527BC-C878-40DE-9BA4-678924EC1210}" dt="2026-08-18T09:55:30.503" v="207" actId="207"/>
          <ac:picMkLst>
            <pc:docMk/>
            <pc:sldMk cId="0" sldId="259"/>
            <ac:picMk id="18" creationId="{947AA3CF-D8C2-43E5-BE93-E8EB30E3D44F}"/>
          </ac:picMkLst>
        </pc:picChg>
      </pc:sldChg>
      <pc:sldChg chg="modSp mod ord setBg">
        <pc:chgData name="السكرتارية جمعية طبيبي" userId="fdfcb09f-6876-431b-adab-49a7d2e9632b" providerId="ADAL" clId="{BB1527BC-C878-40DE-9BA4-678924EC1210}" dt="2026-08-18T11:41:19.317" v="531" actId="1076"/>
        <pc:sldMkLst>
          <pc:docMk/>
          <pc:sldMk cId="0" sldId="260"/>
        </pc:sldMkLst>
        <pc:spChg chg="mod">
          <ac:chgData name="السكرتارية جمعية طبيبي" userId="fdfcb09f-6876-431b-adab-49a7d2e9632b" providerId="ADAL" clId="{BB1527BC-C878-40DE-9BA4-678924EC1210}" dt="2026-08-18T09:57:08.911" v="222" actId="207"/>
          <ac:spMkLst>
            <pc:docMk/>
            <pc:sldMk cId="0" sldId="260"/>
            <ac:spMk id="2" creationId="{00000000-0000-0000-0000-000000000000}"/>
          </ac:spMkLst>
        </pc:spChg>
        <pc:spChg chg="mod">
          <ac:chgData name="السكرتارية جمعية طبيبي" userId="fdfcb09f-6876-431b-adab-49a7d2e9632b" providerId="ADAL" clId="{BB1527BC-C878-40DE-9BA4-678924EC1210}" dt="2026-08-18T11:41:19.317" v="531" actId="1076"/>
          <ac:spMkLst>
            <pc:docMk/>
            <pc:sldMk cId="0" sldId="260"/>
            <ac:spMk id="3" creationId="{00000000-0000-0000-0000-000000000000}"/>
          </ac:spMkLst>
        </pc:spChg>
      </pc:sldChg>
      <pc:sldChg chg="addSp delSp modSp mod setBg">
        <pc:chgData name="السكرتارية جمعية طبيبي" userId="fdfcb09f-6876-431b-adab-49a7d2e9632b" providerId="ADAL" clId="{BB1527BC-C878-40DE-9BA4-678924EC1210}" dt="2026-08-18T10:48:44.852" v="480" actId="1076"/>
        <pc:sldMkLst>
          <pc:docMk/>
          <pc:sldMk cId="0" sldId="261"/>
        </pc:sldMkLst>
        <pc:spChg chg="mod">
          <ac:chgData name="السكرتارية جمعية طبيبي" userId="fdfcb09f-6876-431b-adab-49a7d2e9632b" providerId="ADAL" clId="{BB1527BC-C878-40DE-9BA4-678924EC1210}" dt="2026-08-18T09:58:23.354" v="231" actId="207"/>
          <ac:spMkLst>
            <pc:docMk/>
            <pc:sldMk cId="0" sldId="261"/>
            <ac:spMk id="2" creationId="{00000000-0000-0000-0000-000000000000}"/>
          </ac:spMkLst>
        </pc:spChg>
        <pc:spChg chg="mod">
          <ac:chgData name="السكرتارية جمعية طبيبي" userId="fdfcb09f-6876-431b-adab-49a7d2e9632b" providerId="ADAL" clId="{BB1527BC-C878-40DE-9BA4-678924EC1210}" dt="2026-08-18T09:58:14.521" v="230" actId="122"/>
          <ac:spMkLst>
            <pc:docMk/>
            <pc:sldMk cId="0" sldId="261"/>
            <ac:spMk id="3" creationId="{00000000-0000-0000-0000-000000000000}"/>
          </ac:spMkLst>
        </pc:spChg>
        <pc:picChg chg="add mod">
          <ac:chgData name="السكرتارية جمعية طبيبي" userId="fdfcb09f-6876-431b-adab-49a7d2e9632b" providerId="ADAL" clId="{BB1527BC-C878-40DE-9BA4-678924EC1210}" dt="2026-08-18T10:48:44.852" v="480" actId="1076"/>
          <ac:picMkLst>
            <pc:docMk/>
            <pc:sldMk cId="0" sldId="261"/>
            <ac:picMk id="8" creationId="{E747C076-7044-4078-B10E-DDB1DDFF0919}"/>
          </ac:picMkLst>
        </pc:picChg>
        <pc:picChg chg="del">
          <ac:chgData name="السكرتارية جمعية طبيبي" userId="fdfcb09f-6876-431b-adab-49a7d2e9632b" providerId="ADAL" clId="{BB1527BC-C878-40DE-9BA4-678924EC1210}" dt="2026-08-18T10:47:46.334" v="476" actId="478"/>
          <ac:picMkLst>
            <pc:docMk/>
            <pc:sldMk cId="0" sldId="261"/>
            <ac:picMk id="9" creationId="{1F05DC1C-CB8F-4AAF-9B65-8EF13C04B915}"/>
          </ac:picMkLst>
        </pc:picChg>
      </pc:sldChg>
      <pc:sldChg chg="modSp mod setBg">
        <pc:chgData name="السكرتارية جمعية طبيبي" userId="fdfcb09f-6876-431b-adab-49a7d2e9632b" providerId="ADAL" clId="{BB1527BC-C878-40DE-9BA4-678924EC1210}" dt="2026-08-18T11:46:56.382" v="566" actId="20577"/>
        <pc:sldMkLst>
          <pc:docMk/>
          <pc:sldMk cId="0" sldId="262"/>
        </pc:sldMkLst>
        <pc:spChg chg="mod">
          <ac:chgData name="السكرتارية جمعية طبيبي" userId="fdfcb09f-6876-431b-adab-49a7d2e9632b" providerId="ADAL" clId="{BB1527BC-C878-40DE-9BA4-678924EC1210}" dt="2026-08-18T09:59:04.001" v="233" actId="207"/>
          <ac:spMkLst>
            <pc:docMk/>
            <pc:sldMk cId="0" sldId="262"/>
            <ac:spMk id="2" creationId="{00000000-0000-0000-0000-000000000000}"/>
          </ac:spMkLst>
        </pc:spChg>
        <pc:spChg chg="mod">
          <ac:chgData name="السكرتارية جمعية طبيبي" userId="fdfcb09f-6876-431b-adab-49a7d2e9632b" providerId="ADAL" clId="{BB1527BC-C878-40DE-9BA4-678924EC1210}" dt="2026-08-18T09:59:08.182" v="234" actId="207"/>
          <ac:spMkLst>
            <pc:docMk/>
            <pc:sldMk cId="0" sldId="262"/>
            <ac:spMk id="3"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4"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5" creationId="{00000000-0000-0000-0000-000000000000}"/>
          </ac:spMkLst>
        </pc:spChg>
        <pc:spChg chg="mod">
          <ac:chgData name="السكرتارية جمعية طبيبي" userId="fdfcb09f-6876-431b-adab-49a7d2e9632b" providerId="ADAL" clId="{BB1527BC-C878-40DE-9BA4-678924EC1210}" dt="2026-08-18T11:45:11.649" v="560" actId="20577"/>
          <ac:spMkLst>
            <pc:docMk/>
            <pc:sldMk cId="0" sldId="262"/>
            <ac:spMk id="6"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7" creationId="{00000000-0000-0000-0000-000000000000}"/>
          </ac:spMkLst>
        </pc:spChg>
        <pc:spChg chg="mod">
          <ac:chgData name="السكرتارية جمعية طبيبي" userId="fdfcb09f-6876-431b-adab-49a7d2e9632b" providerId="ADAL" clId="{BB1527BC-C878-40DE-9BA4-678924EC1210}" dt="2026-08-18T11:45:16.170" v="562" actId="20577"/>
          <ac:spMkLst>
            <pc:docMk/>
            <pc:sldMk cId="0" sldId="262"/>
            <ac:spMk id="8"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9"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0"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1" creationId="{00000000-0000-0000-0000-000000000000}"/>
          </ac:spMkLst>
        </pc:spChg>
        <pc:spChg chg="mod">
          <ac:chgData name="السكرتارية جمعية طبيبي" userId="fdfcb09f-6876-431b-adab-49a7d2e9632b" providerId="ADAL" clId="{BB1527BC-C878-40DE-9BA4-678924EC1210}" dt="2026-08-18T11:46:56.382" v="566" actId="20577"/>
          <ac:spMkLst>
            <pc:docMk/>
            <pc:sldMk cId="0" sldId="262"/>
            <ac:spMk id="12"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4"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5"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6"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8"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19"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0"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2"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3"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4"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6"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7"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8"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29" creationId="{00000000-0000-0000-0000-000000000000}"/>
          </ac:spMkLst>
        </pc:spChg>
        <pc:spChg chg="mod">
          <ac:chgData name="السكرتارية جمعية طبيبي" userId="fdfcb09f-6876-431b-adab-49a7d2e9632b" providerId="ADAL" clId="{BB1527BC-C878-40DE-9BA4-678924EC1210}" dt="2026-08-18T09:59:04.001" v="233" actId="207"/>
          <ac:spMkLst>
            <pc:docMk/>
            <pc:sldMk cId="0" sldId="262"/>
            <ac:spMk id="30" creationId="{00000000-0000-0000-0000-000000000000}"/>
          </ac:spMkLst>
        </pc:spChg>
      </pc:sldChg>
      <pc:sldChg chg="addSp delSp modSp mod ord setBg">
        <pc:chgData name="السكرتارية جمعية طبيبي" userId="fdfcb09f-6876-431b-adab-49a7d2e9632b" providerId="ADAL" clId="{BB1527BC-C878-40DE-9BA4-678924EC1210}" dt="2026-08-18T11:57:36.608" v="579" actId="14100"/>
        <pc:sldMkLst>
          <pc:docMk/>
          <pc:sldMk cId="0" sldId="263"/>
        </pc:sldMkLst>
        <pc:spChg chg="mod">
          <ac:chgData name="السكرتارية جمعية طبيبي" userId="fdfcb09f-6876-431b-adab-49a7d2e9632b" providerId="ADAL" clId="{BB1527BC-C878-40DE-9BA4-678924EC1210}" dt="2026-08-18T10:02:32.814" v="244" actId="207"/>
          <ac:spMkLst>
            <pc:docMk/>
            <pc:sldMk cId="0" sldId="263"/>
            <ac:spMk id="2" creationId="{00000000-0000-0000-0000-000000000000}"/>
          </ac:spMkLst>
        </pc:spChg>
        <pc:spChg chg="mod">
          <ac:chgData name="السكرتارية جمعية طبيبي" userId="fdfcb09f-6876-431b-adab-49a7d2e9632b" providerId="ADAL" clId="{BB1527BC-C878-40DE-9BA4-678924EC1210}" dt="2026-08-18T10:03:15.904" v="246" actId="11530"/>
          <ac:spMkLst>
            <pc:docMk/>
            <pc:sldMk cId="0" sldId="263"/>
            <ac:spMk id="3"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4"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6"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7"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12"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13"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18" creationId="{00000000-0000-0000-0000-000000000000}"/>
          </ac:spMkLst>
        </pc:spChg>
        <pc:spChg chg="mod">
          <ac:chgData name="السكرتارية جمعية طبيبي" userId="fdfcb09f-6876-431b-adab-49a7d2e9632b" providerId="ADAL" clId="{BB1527BC-C878-40DE-9BA4-678924EC1210}" dt="2026-08-18T10:02:32.814" v="244" actId="207"/>
          <ac:spMkLst>
            <pc:docMk/>
            <pc:sldMk cId="0" sldId="263"/>
            <ac:spMk id="19" creationId="{00000000-0000-0000-0000-000000000000}"/>
          </ac:spMkLst>
        </pc:spChg>
        <pc:picChg chg="add del mod">
          <ac:chgData name="السكرتارية جمعية طبيبي" userId="fdfcb09f-6876-431b-adab-49a7d2e9632b" providerId="ADAL" clId="{BB1527BC-C878-40DE-9BA4-678924EC1210}" dt="2026-08-18T11:57:23.086" v="574" actId="478"/>
          <ac:picMkLst>
            <pc:docMk/>
            <pc:sldMk cId="0" sldId="263"/>
            <ac:picMk id="9" creationId="{E2950CC9-2D8D-4AAD-8B6D-F3F2E39FC87E}"/>
          </ac:picMkLst>
        </pc:picChg>
        <pc:picChg chg="del">
          <ac:chgData name="السكرتارية جمعية طبيبي" userId="fdfcb09f-6876-431b-adab-49a7d2e9632b" providerId="ADAL" clId="{BB1527BC-C878-40DE-9BA4-678924EC1210}" dt="2026-08-18T10:55:48.402" v="499" actId="478"/>
          <ac:picMkLst>
            <pc:docMk/>
            <pc:sldMk cId="0" sldId="263"/>
            <ac:picMk id="10" creationId="{4B2ADD79-AA61-49D7-8C53-C249F494085B}"/>
          </ac:picMkLst>
        </pc:picChg>
        <pc:picChg chg="add mod">
          <ac:chgData name="السكرتارية جمعية طبيبي" userId="fdfcb09f-6876-431b-adab-49a7d2e9632b" providerId="ADAL" clId="{BB1527BC-C878-40DE-9BA4-678924EC1210}" dt="2026-08-18T11:57:36.608" v="579" actId="14100"/>
          <ac:picMkLst>
            <pc:docMk/>
            <pc:sldMk cId="0" sldId="263"/>
            <ac:picMk id="14" creationId="{02FD0ABF-3496-4513-B679-EF10176AAFE8}"/>
          </ac:picMkLst>
        </pc:picChg>
      </pc:sldChg>
      <pc:sldChg chg="addSp delSp modSp mod setBg">
        <pc:chgData name="السكرتارية جمعية طبيبي" userId="fdfcb09f-6876-431b-adab-49a7d2e9632b" providerId="ADAL" clId="{BB1527BC-C878-40DE-9BA4-678924EC1210}" dt="2026-08-18T10:58:04.915" v="518" actId="14100"/>
        <pc:sldMkLst>
          <pc:docMk/>
          <pc:sldMk cId="0" sldId="264"/>
        </pc:sldMkLst>
        <pc:spChg chg="mod">
          <ac:chgData name="السكرتارية جمعية طبيبي" userId="fdfcb09f-6876-431b-adab-49a7d2e9632b" providerId="ADAL" clId="{BB1527BC-C878-40DE-9BA4-678924EC1210}" dt="2026-08-18T10:04:12.921" v="250" actId="207"/>
          <ac:spMkLst>
            <pc:docMk/>
            <pc:sldMk cId="0" sldId="264"/>
            <ac:spMk id="2" creationId="{00000000-0000-0000-0000-000000000000}"/>
          </ac:spMkLst>
        </pc:spChg>
        <pc:spChg chg="mod">
          <ac:chgData name="السكرتارية جمعية طبيبي" userId="fdfcb09f-6876-431b-adab-49a7d2e9632b" providerId="ADAL" clId="{BB1527BC-C878-40DE-9BA4-678924EC1210}" dt="2026-08-18T10:04:19.720" v="251" actId="11530"/>
          <ac:spMkLst>
            <pc:docMk/>
            <pc:sldMk cId="0" sldId="264"/>
            <ac:spMk id="3" creationId="{00000000-0000-0000-0000-000000000000}"/>
          </ac:spMkLst>
        </pc:spChg>
        <pc:spChg chg="mod">
          <ac:chgData name="السكرتارية جمعية طبيبي" userId="fdfcb09f-6876-431b-adab-49a7d2e9632b" providerId="ADAL" clId="{BB1527BC-C878-40DE-9BA4-678924EC1210}" dt="2026-08-18T10:27:36.353" v="372" actId="207"/>
          <ac:spMkLst>
            <pc:docMk/>
            <pc:sldMk cId="0" sldId="264"/>
            <ac:spMk id="4" creationId="{00000000-0000-0000-0000-000000000000}"/>
          </ac:spMkLst>
        </pc:spChg>
        <pc:spChg chg="mod">
          <ac:chgData name="السكرتارية جمعية طبيبي" userId="fdfcb09f-6876-431b-adab-49a7d2e9632b" providerId="ADAL" clId="{BB1527BC-C878-40DE-9BA4-678924EC1210}" dt="2026-08-18T10:27:32.313" v="371" actId="207"/>
          <ac:spMkLst>
            <pc:docMk/>
            <pc:sldMk cId="0" sldId="264"/>
            <ac:spMk id="5" creationId="{00000000-0000-0000-0000-000000000000}"/>
          </ac:spMkLst>
        </pc:spChg>
        <pc:spChg chg="mod">
          <ac:chgData name="السكرتارية جمعية طبيبي" userId="fdfcb09f-6876-431b-adab-49a7d2e9632b" providerId="ADAL" clId="{BB1527BC-C878-40DE-9BA4-678924EC1210}" dt="2026-08-18T10:27:30.664" v="370" actId="207"/>
          <ac:spMkLst>
            <pc:docMk/>
            <pc:sldMk cId="0" sldId="264"/>
            <ac:spMk id="6" creationId="{00000000-0000-0000-0000-000000000000}"/>
          </ac:spMkLst>
        </pc:spChg>
        <pc:spChg chg="mod">
          <ac:chgData name="السكرتارية جمعية طبيبي" userId="fdfcb09f-6876-431b-adab-49a7d2e9632b" providerId="ADAL" clId="{BB1527BC-C878-40DE-9BA4-678924EC1210}" dt="2026-08-18T10:27:28.500" v="369" actId="207"/>
          <ac:spMkLst>
            <pc:docMk/>
            <pc:sldMk cId="0" sldId="264"/>
            <ac:spMk id="7" creationId="{00000000-0000-0000-0000-000000000000}"/>
          </ac:spMkLst>
        </pc:spChg>
        <pc:spChg chg="mod">
          <ac:chgData name="السكرتارية جمعية طبيبي" userId="fdfcb09f-6876-431b-adab-49a7d2e9632b" providerId="ADAL" clId="{BB1527BC-C878-40DE-9BA4-678924EC1210}" dt="2026-08-18T10:27:26.707" v="368" actId="207"/>
          <ac:spMkLst>
            <pc:docMk/>
            <pc:sldMk cId="0" sldId="264"/>
            <ac:spMk id="8" creationId="{00000000-0000-0000-0000-000000000000}"/>
          </ac:spMkLst>
        </pc:spChg>
        <pc:picChg chg="add mod">
          <ac:chgData name="السكرتارية جمعية طبيبي" userId="fdfcb09f-6876-431b-adab-49a7d2e9632b" providerId="ADAL" clId="{BB1527BC-C878-40DE-9BA4-678924EC1210}" dt="2026-08-18T10:58:04.915" v="518" actId="14100"/>
          <ac:picMkLst>
            <pc:docMk/>
            <pc:sldMk cId="0" sldId="264"/>
            <ac:picMk id="16" creationId="{5E87BB43-57BA-4311-821E-1C3F44C65701}"/>
          </ac:picMkLst>
        </pc:picChg>
        <pc:picChg chg="del">
          <ac:chgData name="السكرتارية جمعية طبيبي" userId="fdfcb09f-6876-431b-adab-49a7d2e9632b" providerId="ADAL" clId="{BB1527BC-C878-40DE-9BA4-678924EC1210}" dt="2026-08-18T10:57:55.930" v="514" actId="478"/>
          <ac:picMkLst>
            <pc:docMk/>
            <pc:sldMk cId="0" sldId="264"/>
            <ac:picMk id="17" creationId="{4CFC4D2A-8C9C-4D57-ABF2-EFE93790A347}"/>
          </ac:picMkLst>
        </pc:picChg>
      </pc:sldChg>
      <pc:sldChg chg="modSp mod setBg">
        <pc:chgData name="السكرتارية جمعية طبيبي" userId="fdfcb09f-6876-431b-adab-49a7d2e9632b" providerId="ADAL" clId="{BB1527BC-C878-40DE-9BA4-678924EC1210}" dt="2026-08-18T12:05:59.020" v="585" actId="207"/>
        <pc:sldMkLst>
          <pc:docMk/>
          <pc:sldMk cId="0" sldId="265"/>
        </pc:sldMkLst>
        <pc:spChg chg="mod">
          <ac:chgData name="السكرتارية جمعية طبيبي" userId="fdfcb09f-6876-431b-adab-49a7d2e9632b" providerId="ADAL" clId="{BB1527BC-C878-40DE-9BA4-678924EC1210}" dt="2026-08-18T10:04:53.582" v="254" actId="207"/>
          <ac:spMkLst>
            <pc:docMk/>
            <pc:sldMk cId="0" sldId="265"/>
            <ac:spMk id="2" creationId="{00000000-0000-0000-0000-000000000000}"/>
          </ac:spMkLst>
        </pc:spChg>
        <pc:spChg chg="mod">
          <ac:chgData name="السكرتارية جمعية طبيبي" userId="fdfcb09f-6876-431b-adab-49a7d2e9632b" providerId="ADAL" clId="{BB1527BC-C878-40DE-9BA4-678924EC1210}" dt="2026-08-18T10:04:57.866" v="255" actId="207"/>
          <ac:spMkLst>
            <pc:docMk/>
            <pc:sldMk cId="0" sldId="265"/>
            <ac:spMk id="3"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7"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8"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9"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10"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11"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12"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13" creationId="{00000000-0000-0000-0000-000000000000}"/>
          </ac:spMkLst>
        </pc:spChg>
        <pc:spChg chg="mod">
          <ac:chgData name="السكرتارية جمعية طبيبي" userId="fdfcb09f-6876-431b-adab-49a7d2e9632b" providerId="ADAL" clId="{BB1527BC-C878-40DE-9BA4-678924EC1210}" dt="2026-08-18T12:05:49.930" v="581" actId="207"/>
          <ac:spMkLst>
            <pc:docMk/>
            <pc:sldMk cId="0" sldId="265"/>
            <ac:spMk id="14" creationId="{00000000-0000-0000-0000-000000000000}"/>
          </ac:spMkLst>
        </pc:spChg>
        <pc:spChg chg="mod">
          <ac:chgData name="السكرتارية جمعية طبيبي" userId="fdfcb09f-6876-431b-adab-49a7d2e9632b" providerId="ADAL" clId="{BB1527BC-C878-40DE-9BA4-678924EC1210}" dt="2026-08-18T12:05:46.091" v="580" actId="207"/>
          <ac:spMkLst>
            <pc:docMk/>
            <pc:sldMk cId="0" sldId="265"/>
            <ac:spMk id="15" creationId="{00000000-0000-0000-0000-000000000000}"/>
          </ac:spMkLst>
        </pc:spChg>
        <pc:spChg chg="mod">
          <ac:chgData name="السكرتارية جمعية طبيبي" userId="fdfcb09f-6876-431b-adab-49a7d2e9632b" providerId="ADAL" clId="{BB1527BC-C878-40DE-9BA4-678924EC1210}" dt="2026-08-18T12:05:54.888" v="583" actId="207"/>
          <ac:spMkLst>
            <pc:docMk/>
            <pc:sldMk cId="0" sldId="265"/>
            <ac:spMk id="16" creationId="{00000000-0000-0000-0000-000000000000}"/>
          </ac:spMkLst>
        </pc:spChg>
        <pc:spChg chg="mod">
          <ac:chgData name="السكرتارية جمعية طبيبي" userId="fdfcb09f-6876-431b-adab-49a7d2e9632b" providerId="ADAL" clId="{BB1527BC-C878-40DE-9BA4-678924EC1210}" dt="2026-08-18T12:05:53.191" v="582" actId="207"/>
          <ac:spMkLst>
            <pc:docMk/>
            <pc:sldMk cId="0" sldId="265"/>
            <ac:spMk id="17" creationId="{00000000-0000-0000-0000-000000000000}"/>
          </ac:spMkLst>
        </pc:spChg>
        <pc:spChg chg="mod">
          <ac:chgData name="السكرتارية جمعية طبيبي" userId="fdfcb09f-6876-431b-adab-49a7d2e9632b" providerId="ADAL" clId="{BB1527BC-C878-40DE-9BA4-678924EC1210}" dt="2026-08-18T12:05:56.688" v="584" actId="207"/>
          <ac:spMkLst>
            <pc:docMk/>
            <pc:sldMk cId="0" sldId="265"/>
            <ac:spMk id="18" creationId="{00000000-0000-0000-0000-000000000000}"/>
          </ac:spMkLst>
        </pc:spChg>
        <pc:spChg chg="mod">
          <ac:chgData name="السكرتارية جمعية طبيبي" userId="fdfcb09f-6876-431b-adab-49a7d2e9632b" providerId="ADAL" clId="{BB1527BC-C878-40DE-9BA4-678924EC1210}" dt="2026-08-18T12:05:59.020" v="585" actId="207"/>
          <ac:spMkLst>
            <pc:docMk/>
            <pc:sldMk cId="0" sldId="265"/>
            <ac:spMk id="19"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20"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21" creationId="{00000000-0000-0000-0000-000000000000}"/>
          </ac:spMkLst>
        </pc:spChg>
        <pc:spChg chg="mod">
          <ac:chgData name="السكرتارية جمعية طبيبي" userId="fdfcb09f-6876-431b-adab-49a7d2e9632b" providerId="ADAL" clId="{BB1527BC-C878-40DE-9BA4-678924EC1210}" dt="2026-08-18T10:04:53.582" v="254" actId="207"/>
          <ac:spMkLst>
            <pc:docMk/>
            <pc:sldMk cId="0" sldId="265"/>
            <ac:spMk id="23" creationId="{E0E2F4FA-0417-4B9E-B447-C6D6153CA07A}"/>
          </ac:spMkLst>
        </pc:spChg>
      </pc:sldChg>
      <pc:sldChg chg="modSp mod setBg">
        <pc:chgData name="السكرتارية جمعية طبيبي" userId="fdfcb09f-6876-431b-adab-49a7d2e9632b" providerId="ADAL" clId="{BB1527BC-C878-40DE-9BA4-678924EC1210}" dt="2026-08-18T10:26:36.960" v="364"/>
        <pc:sldMkLst>
          <pc:docMk/>
          <pc:sldMk cId="0" sldId="266"/>
        </pc:sldMkLst>
        <pc:spChg chg="mod">
          <ac:chgData name="السكرتارية جمعية طبيبي" userId="fdfcb09f-6876-431b-adab-49a7d2e9632b" providerId="ADAL" clId="{BB1527BC-C878-40DE-9BA4-678924EC1210}" dt="2026-08-18T10:14:17.400" v="264" actId="207"/>
          <ac:spMkLst>
            <pc:docMk/>
            <pc:sldMk cId="0" sldId="266"/>
            <ac:spMk id="2" creationId="{00000000-0000-0000-0000-000000000000}"/>
          </ac:spMkLst>
        </pc:spChg>
        <pc:spChg chg="mod">
          <ac:chgData name="السكرتارية جمعية طبيبي" userId="fdfcb09f-6876-431b-adab-49a7d2e9632b" providerId="ADAL" clId="{BB1527BC-C878-40DE-9BA4-678924EC1210}" dt="2026-08-18T10:14:15.432" v="263" actId="11530"/>
          <ac:spMkLst>
            <pc:docMk/>
            <pc:sldMk cId="0" sldId="266"/>
            <ac:spMk id="3" creationId="{00000000-0000-0000-0000-000000000000}"/>
          </ac:spMkLst>
        </pc:spChg>
      </pc:sldChg>
      <pc:sldChg chg="modSp mod setBg">
        <pc:chgData name="السكرتارية جمعية طبيبي" userId="fdfcb09f-6876-431b-adab-49a7d2e9632b" providerId="ADAL" clId="{BB1527BC-C878-40DE-9BA4-678924EC1210}" dt="2026-08-18T11:53:16.844" v="568" actId="113"/>
        <pc:sldMkLst>
          <pc:docMk/>
          <pc:sldMk cId="0" sldId="267"/>
        </pc:sldMkLst>
        <pc:spChg chg="mod">
          <ac:chgData name="السكرتارية جمعية طبيبي" userId="fdfcb09f-6876-431b-adab-49a7d2e9632b" providerId="ADAL" clId="{BB1527BC-C878-40DE-9BA4-678924EC1210}" dt="2026-08-18T10:14:49.091" v="268" actId="207"/>
          <ac:spMkLst>
            <pc:docMk/>
            <pc:sldMk cId="0" sldId="267"/>
            <ac:spMk id="2" creationId="{00000000-0000-0000-0000-000000000000}"/>
          </ac:spMkLst>
        </pc:spChg>
        <pc:spChg chg="mod">
          <ac:chgData name="السكرتارية جمعية طبيبي" userId="fdfcb09f-6876-431b-adab-49a7d2e9632b" providerId="ADAL" clId="{BB1527BC-C878-40DE-9BA4-678924EC1210}" dt="2026-08-18T10:14:55.158" v="269" actId="207"/>
          <ac:spMkLst>
            <pc:docMk/>
            <pc:sldMk cId="0" sldId="267"/>
            <ac:spMk id="3" creationId="{00000000-0000-0000-0000-000000000000}"/>
          </ac:spMkLst>
        </pc:spChg>
        <pc:spChg chg="mod">
          <ac:chgData name="السكرتارية جمعية طبيبي" userId="fdfcb09f-6876-431b-adab-49a7d2e9632b" providerId="ADAL" clId="{BB1527BC-C878-40DE-9BA4-678924EC1210}" dt="2026-08-18T10:14:58.452" v="270" actId="207"/>
          <ac:spMkLst>
            <pc:docMk/>
            <pc:sldMk cId="0" sldId="267"/>
            <ac:spMk id="4" creationId="{00000000-0000-0000-0000-000000000000}"/>
          </ac:spMkLst>
        </pc:spChg>
        <pc:spChg chg="mod">
          <ac:chgData name="السكرتارية جمعية طبيبي" userId="fdfcb09f-6876-431b-adab-49a7d2e9632b" providerId="ADAL" clId="{BB1527BC-C878-40DE-9BA4-678924EC1210}" dt="2026-08-18T10:15:20.487" v="278" actId="207"/>
          <ac:spMkLst>
            <pc:docMk/>
            <pc:sldMk cId="0" sldId="267"/>
            <ac:spMk id="6"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7"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8"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9"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10" creationId="{00000000-0000-0000-0000-000000000000}"/>
          </ac:spMkLst>
        </pc:spChg>
        <pc:spChg chg="mod">
          <ac:chgData name="السكرتارية جمعية طبيبي" userId="fdfcb09f-6876-431b-adab-49a7d2e9632b" providerId="ADAL" clId="{BB1527BC-C878-40DE-9BA4-678924EC1210}" dt="2026-08-18T10:15:13.230" v="276" actId="207"/>
          <ac:spMkLst>
            <pc:docMk/>
            <pc:sldMk cId="0" sldId="267"/>
            <ac:spMk id="12"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13"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14"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15" creationId="{00000000-0000-0000-0000-000000000000}"/>
          </ac:spMkLst>
        </pc:spChg>
        <pc:spChg chg="mod">
          <ac:chgData name="السكرتارية جمعية طبيبي" userId="fdfcb09f-6876-431b-adab-49a7d2e9632b" providerId="ADAL" clId="{BB1527BC-C878-40DE-9BA4-678924EC1210}" dt="2026-08-18T10:15:00.685" v="271" actId="207"/>
          <ac:spMkLst>
            <pc:docMk/>
            <pc:sldMk cId="0" sldId="267"/>
            <ac:spMk id="16" creationId="{00000000-0000-0000-0000-000000000000}"/>
          </ac:spMkLst>
        </pc:spChg>
        <pc:spChg chg="mod">
          <ac:chgData name="السكرتارية جمعية طبيبي" userId="fdfcb09f-6876-431b-adab-49a7d2e9632b" providerId="ADAL" clId="{BB1527BC-C878-40DE-9BA4-678924EC1210}" dt="2026-08-18T10:15:22.887" v="279" actId="207"/>
          <ac:spMkLst>
            <pc:docMk/>
            <pc:sldMk cId="0" sldId="267"/>
            <ac:spMk id="18"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19"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20"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21" creationId="{00000000-0000-0000-0000-000000000000}"/>
          </ac:spMkLst>
        </pc:spChg>
        <pc:spChg chg="mod">
          <ac:chgData name="السكرتارية جمعية طبيبي" userId="fdfcb09f-6876-431b-adab-49a7d2e9632b" providerId="ADAL" clId="{BB1527BC-C878-40DE-9BA4-678924EC1210}" dt="2026-08-18T10:15:02.268" v="272" actId="207"/>
          <ac:spMkLst>
            <pc:docMk/>
            <pc:sldMk cId="0" sldId="267"/>
            <ac:spMk id="22" creationId="{00000000-0000-0000-0000-000000000000}"/>
          </ac:spMkLst>
        </pc:spChg>
        <pc:spChg chg="mod">
          <ac:chgData name="السكرتارية جمعية طبيبي" userId="fdfcb09f-6876-431b-adab-49a7d2e9632b" providerId="ADAL" clId="{BB1527BC-C878-40DE-9BA4-678924EC1210}" dt="2026-08-18T10:15:15.645" v="277" actId="207"/>
          <ac:spMkLst>
            <pc:docMk/>
            <pc:sldMk cId="0" sldId="267"/>
            <ac:spMk id="24"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25" creationId="{00000000-0000-0000-0000-000000000000}"/>
          </ac:spMkLst>
        </pc:spChg>
        <pc:spChg chg="mod">
          <ac:chgData name="السكرتارية جمعية طبيبي" userId="fdfcb09f-6876-431b-adab-49a7d2e9632b" providerId="ADAL" clId="{BB1527BC-C878-40DE-9BA4-678924EC1210}" dt="2026-08-18T11:53:16.844" v="568" actId="113"/>
          <ac:spMkLst>
            <pc:docMk/>
            <pc:sldMk cId="0" sldId="267"/>
            <ac:spMk id="26" creationId="{00000000-0000-0000-0000-000000000000}"/>
          </ac:spMkLst>
        </pc:spChg>
        <pc:spChg chg="mod">
          <ac:chgData name="السكرتارية جمعية طبيبي" userId="fdfcb09f-6876-431b-adab-49a7d2e9632b" providerId="ADAL" clId="{BB1527BC-C878-40DE-9BA4-678924EC1210}" dt="2026-08-18T11:53:14.314" v="567" actId="113"/>
          <ac:spMkLst>
            <pc:docMk/>
            <pc:sldMk cId="0" sldId="267"/>
            <ac:spMk id="27" creationId="{00000000-0000-0000-0000-000000000000}"/>
          </ac:spMkLst>
        </pc:spChg>
        <pc:spChg chg="mod">
          <ac:chgData name="السكرتارية جمعية طبيبي" userId="fdfcb09f-6876-431b-adab-49a7d2e9632b" providerId="ADAL" clId="{BB1527BC-C878-40DE-9BA4-678924EC1210}" dt="2026-08-18T10:15:06.877" v="275" actId="207"/>
          <ac:spMkLst>
            <pc:docMk/>
            <pc:sldMk cId="0" sldId="267"/>
            <ac:spMk id="28" creationId="{00000000-0000-0000-0000-000000000000}"/>
          </ac:spMkLst>
        </pc:spChg>
        <pc:spChg chg="mod">
          <ac:chgData name="السكرتارية جمعية طبيبي" userId="fdfcb09f-6876-431b-adab-49a7d2e9632b" providerId="ADAL" clId="{BB1527BC-C878-40DE-9BA4-678924EC1210}" dt="2026-08-18T10:15:27.927" v="281" actId="207"/>
          <ac:spMkLst>
            <pc:docMk/>
            <pc:sldMk cId="0" sldId="267"/>
            <ac:spMk id="30"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31"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32"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33" creationId="{00000000-0000-0000-0000-000000000000}"/>
          </ac:spMkLst>
        </pc:spChg>
        <pc:spChg chg="mod">
          <ac:chgData name="السكرتارية جمعية طبيبي" userId="fdfcb09f-6876-431b-adab-49a7d2e9632b" providerId="ADAL" clId="{BB1527BC-C878-40DE-9BA4-678924EC1210}" dt="2026-08-18T10:15:04.933" v="274" actId="207"/>
          <ac:spMkLst>
            <pc:docMk/>
            <pc:sldMk cId="0" sldId="267"/>
            <ac:spMk id="34" creationId="{00000000-0000-0000-0000-000000000000}"/>
          </ac:spMkLst>
        </pc:spChg>
        <pc:spChg chg="mod">
          <ac:chgData name="السكرتارية جمعية طبيبي" userId="fdfcb09f-6876-431b-adab-49a7d2e9632b" providerId="ADAL" clId="{BB1527BC-C878-40DE-9BA4-678924EC1210}" dt="2026-08-18T10:15:25.391" v="280" actId="207"/>
          <ac:spMkLst>
            <pc:docMk/>
            <pc:sldMk cId="0" sldId="267"/>
            <ac:spMk id="36" creationId="{00000000-0000-0000-0000-000000000000}"/>
          </ac:spMkLst>
        </pc:spChg>
        <pc:spChg chg="mod">
          <ac:chgData name="السكرتارية جمعية طبيبي" userId="fdfcb09f-6876-431b-adab-49a7d2e9632b" providerId="ADAL" clId="{BB1527BC-C878-40DE-9BA4-678924EC1210}" dt="2026-08-18T10:15:03.026" v="273" actId="1076"/>
          <ac:spMkLst>
            <pc:docMk/>
            <pc:sldMk cId="0" sldId="267"/>
            <ac:spMk id="37"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38"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39"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40" creationId="{00000000-0000-0000-0000-000000000000}"/>
          </ac:spMkLst>
        </pc:spChg>
        <pc:spChg chg="mod">
          <ac:chgData name="السكرتارية جمعية طبيبي" userId="fdfcb09f-6876-431b-adab-49a7d2e9632b" providerId="ADAL" clId="{BB1527BC-C878-40DE-9BA4-678924EC1210}" dt="2026-08-18T10:14:49.091" v="268" actId="207"/>
          <ac:spMkLst>
            <pc:docMk/>
            <pc:sldMk cId="0" sldId="267"/>
            <ac:spMk id="41" creationId="{00000000-0000-0000-0000-000000000000}"/>
          </ac:spMkLst>
        </pc:spChg>
      </pc:sldChg>
      <pc:sldChg chg="modSp mod setBg">
        <pc:chgData name="السكرتارية جمعية طبيبي" userId="fdfcb09f-6876-431b-adab-49a7d2e9632b" providerId="ADAL" clId="{BB1527BC-C878-40DE-9BA4-678924EC1210}" dt="2026-08-18T10:26:36.960" v="364"/>
        <pc:sldMkLst>
          <pc:docMk/>
          <pc:sldMk cId="0" sldId="268"/>
        </pc:sldMkLst>
        <pc:spChg chg="mod">
          <ac:chgData name="السكرتارية جمعية طبيبي" userId="fdfcb09f-6876-431b-adab-49a7d2e9632b" providerId="ADAL" clId="{BB1527BC-C878-40DE-9BA4-678924EC1210}" dt="2026-08-18T10:16:05.315" v="287" actId="207"/>
          <ac:spMkLst>
            <pc:docMk/>
            <pc:sldMk cId="0" sldId="268"/>
            <ac:spMk id="2" creationId="{00000000-0000-0000-0000-000000000000}"/>
          </ac:spMkLst>
        </pc:spChg>
        <pc:spChg chg="mod">
          <ac:chgData name="السكرتارية جمعية طبيبي" userId="fdfcb09f-6876-431b-adab-49a7d2e9632b" providerId="ADAL" clId="{BB1527BC-C878-40DE-9BA4-678924EC1210}" dt="2026-08-18T10:16:27.969" v="295" actId="207"/>
          <ac:spMkLst>
            <pc:docMk/>
            <pc:sldMk cId="0" sldId="268"/>
            <ac:spMk id="3"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4" creationId="{00000000-0000-0000-0000-000000000000}"/>
          </ac:spMkLst>
        </pc:spChg>
        <pc:spChg chg="mod">
          <ac:chgData name="السكرتارية جمعية طبيبي" userId="fdfcb09f-6876-431b-adab-49a7d2e9632b" providerId="ADAL" clId="{BB1527BC-C878-40DE-9BA4-678924EC1210}" dt="2026-08-18T10:16:11.430" v="289" actId="207"/>
          <ac:spMkLst>
            <pc:docMk/>
            <pc:sldMk cId="0" sldId="268"/>
            <ac:spMk id="5" creationId="{00000000-0000-0000-0000-000000000000}"/>
          </ac:spMkLst>
        </pc:spChg>
        <pc:spChg chg="mod">
          <ac:chgData name="السكرتارية جمعية طبيبي" userId="fdfcb09f-6876-431b-adab-49a7d2e9632b" providerId="ADAL" clId="{BB1527BC-C878-40DE-9BA4-678924EC1210}" dt="2026-08-18T10:16:17.139" v="291" actId="207"/>
          <ac:spMkLst>
            <pc:docMk/>
            <pc:sldMk cId="0" sldId="268"/>
            <ac:spMk id="7"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8"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9"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11" creationId="{00000000-0000-0000-0000-000000000000}"/>
          </ac:spMkLst>
        </pc:spChg>
        <pc:spChg chg="mod">
          <ac:chgData name="السكرتارية جمعية طبيبي" userId="fdfcb09f-6876-431b-adab-49a7d2e9632b" providerId="ADAL" clId="{BB1527BC-C878-40DE-9BA4-678924EC1210}" dt="2026-08-18T10:15:59.245" v="286" actId="207"/>
          <ac:spMkLst>
            <pc:docMk/>
            <pc:sldMk cId="0" sldId="268"/>
            <ac:spMk id="12" creationId="{00000000-0000-0000-0000-000000000000}"/>
          </ac:spMkLst>
        </pc:spChg>
        <pc:spChg chg="mod">
          <ac:chgData name="السكرتارية جمعية طبيبي" userId="fdfcb09f-6876-431b-adab-49a7d2e9632b" providerId="ADAL" clId="{BB1527BC-C878-40DE-9BA4-678924EC1210}" dt="2026-08-18T10:16:25.489" v="294" actId="207"/>
          <ac:spMkLst>
            <pc:docMk/>
            <pc:sldMk cId="0" sldId="268"/>
            <ac:spMk id="14"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15"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16"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18" creationId="{00000000-0000-0000-0000-000000000000}"/>
          </ac:spMkLst>
        </pc:spChg>
        <pc:spChg chg="mod">
          <ac:chgData name="السكرتارية جمعية طبيبي" userId="fdfcb09f-6876-431b-adab-49a7d2e9632b" providerId="ADAL" clId="{BB1527BC-C878-40DE-9BA4-678924EC1210}" dt="2026-08-18T10:16:13.462" v="290" actId="207"/>
          <ac:spMkLst>
            <pc:docMk/>
            <pc:sldMk cId="0" sldId="268"/>
            <ac:spMk id="19" creationId="{00000000-0000-0000-0000-000000000000}"/>
          </ac:spMkLst>
        </pc:spChg>
        <pc:spChg chg="mod">
          <ac:chgData name="السكرتارية جمعية طبيبي" userId="fdfcb09f-6876-431b-adab-49a7d2e9632b" providerId="ADAL" clId="{BB1527BC-C878-40DE-9BA4-678924EC1210}" dt="2026-08-18T10:16:19.553" v="292" actId="207"/>
          <ac:spMkLst>
            <pc:docMk/>
            <pc:sldMk cId="0" sldId="268"/>
            <ac:spMk id="21"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22"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23"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25" creationId="{00000000-0000-0000-0000-000000000000}"/>
          </ac:spMkLst>
        </pc:spChg>
        <pc:spChg chg="mod">
          <ac:chgData name="السكرتارية جمعية طبيبي" userId="fdfcb09f-6876-431b-adab-49a7d2e9632b" providerId="ADAL" clId="{BB1527BC-C878-40DE-9BA4-678924EC1210}" dt="2026-08-18T10:16:09.910" v="288" actId="207"/>
          <ac:spMkLst>
            <pc:docMk/>
            <pc:sldMk cId="0" sldId="268"/>
            <ac:spMk id="26" creationId="{00000000-0000-0000-0000-000000000000}"/>
          </ac:spMkLst>
        </pc:spChg>
        <pc:spChg chg="mod">
          <ac:chgData name="السكرتارية جمعية طبيبي" userId="fdfcb09f-6876-431b-adab-49a7d2e9632b" providerId="ADAL" clId="{BB1527BC-C878-40DE-9BA4-678924EC1210}" dt="2026-08-18T10:16:22.376" v="293" actId="207"/>
          <ac:spMkLst>
            <pc:docMk/>
            <pc:sldMk cId="0" sldId="268"/>
            <ac:spMk id="28"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29"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30" creationId="{00000000-0000-0000-0000-000000000000}"/>
          </ac:spMkLst>
        </pc:spChg>
        <pc:spChg chg="mod">
          <ac:chgData name="السكرتارية جمعية طبيبي" userId="fdfcb09f-6876-431b-adab-49a7d2e9632b" providerId="ADAL" clId="{BB1527BC-C878-40DE-9BA4-678924EC1210}" dt="2026-08-18T10:16:30.474" v="296" actId="207"/>
          <ac:spMkLst>
            <pc:docMk/>
            <pc:sldMk cId="0" sldId="268"/>
            <ac:spMk id="32"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33" creationId="{00000000-0000-0000-0000-000000000000}"/>
          </ac:spMkLst>
        </pc:spChg>
        <pc:spChg chg="mod">
          <ac:chgData name="السكرتارية جمعية طبيبي" userId="fdfcb09f-6876-431b-adab-49a7d2e9632b" providerId="ADAL" clId="{BB1527BC-C878-40DE-9BA4-678924EC1210}" dt="2026-08-18T10:16:05.315" v="287" actId="207"/>
          <ac:spMkLst>
            <pc:docMk/>
            <pc:sldMk cId="0" sldId="268"/>
            <ac:spMk id="34" creationId="{00000000-0000-0000-0000-000000000000}"/>
          </ac:spMkLst>
        </pc:spChg>
      </pc:sldChg>
      <pc:sldChg chg="modSp mod setBg">
        <pc:chgData name="السكرتارية جمعية طبيبي" userId="fdfcb09f-6876-431b-adab-49a7d2e9632b" providerId="ADAL" clId="{BB1527BC-C878-40DE-9BA4-678924EC1210}" dt="2026-08-18T10:26:36.960" v="364"/>
        <pc:sldMkLst>
          <pc:docMk/>
          <pc:sldMk cId="0" sldId="269"/>
        </pc:sldMkLst>
        <pc:spChg chg="mod">
          <ac:chgData name="السكرتارية جمعية طبيبي" userId="fdfcb09f-6876-431b-adab-49a7d2e9632b" providerId="ADAL" clId="{BB1527BC-C878-40DE-9BA4-678924EC1210}" dt="2026-08-18T10:16:40.337" v="297" actId="207"/>
          <ac:spMkLst>
            <pc:docMk/>
            <pc:sldMk cId="0" sldId="269"/>
            <ac:spMk id="2" creationId="{00000000-0000-0000-0000-000000000000}"/>
          </ac:spMkLst>
        </pc:spChg>
        <pc:spChg chg="mod">
          <ac:chgData name="السكرتارية جمعية طبيبي" userId="fdfcb09f-6876-431b-adab-49a7d2e9632b" providerId="ADAL" clId="{BB1527BC-C878-40DE-9BA4-678924EC1210}" dt="2026-08-18T10:17:13.423" v="309" actId="11530"/>
          <ac:spMkLst>
            <pc:docMk/>
            <pc:sldMk cId="0" sldId="269"/>
            <ac:spMk id="3"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4" creationId="{00000000-0000-0000-0000-000000000000}"/>
          </ac:spMkLst>
        </pc:spChg>
        <pc:spChg chg="mod">
          <ac:chgData name="السكرتارية جمعية طبيبي" userId="fdfcb09f-6876-431b-adab-49a7d2e9632b" providerId="ADAL" clId="{BB1527BC-C878-40DE-9BA4-678924EC1210}" dt="2026-08-18T10:16:48.513" v="299" actId="207"/>
          <ac:spMkLst>
            <pc:docMk/>
            <pc:sldMk cId="0" sldId="269"/>
            <ac:spMk id="5" creationId="{00000000-0000-0000-0000-000000000000}"/>
          </ac:spMkLst>
        </pc:spChg>
        <pc:spChg chg="mod">
          <ac:chgData name="السكرتارية جمعية طبيبي" userId="fdfcb09f-6876-431b-adab-49a7d2e9632b" providerId="ADAL" clId="{BB1527BC-C878-40DE-9BA4-678924EC1210}" dt="2026-08-18T10:16:57.014" v="302" actId="207"/>
          <ac:spMkLst>
            <pc:docMk/>
            <pc:sldMk cId="0" sldId="269"/>
            <ac:spMk id="6" creationId="{00000000-0000-0000-0000-000000000000}"/>
          </ac:spMkLst>
        </pc:spChg>
        <pc:spChg chg="mod">
          <ac:chgData name="السكرتارية جمعية طبيبي" userId="fdfcb09f-6876-431b-adab-49a7d2e9632b" providerId="ADAL" clId="{BB1527BC-C878-40DE-9BA4-678924EC1210}" dt="2026-08-18T10:17:21.987" v="310" actId="255"/>
          <ac:spMkLst>
            <pc:docMk/>
            <pc:sldMk cId="0" sldId="269"/>
            <ac:spMk id="7"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8"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9" creationId="{00000000-0000-0000-0000-000000000000}"/>
          </ac:spMkLst>
        </pc:spChg>
        <pc:spChg chg="mod">
          <ac:chgData name="السكرتارية جمعية طبيبي" userId="fdfcb09f-6876-431b-adab-49a7d2e9632b" providerId="ADAL" clId="{BB1527BC-C878-40DE-9BA4-678924EC1210}" dt="2026-08-18T10:16:50.369" v="300" actId="207"/>
          <ac:spMkLst>
            <pc:docMk/>
            <pc:sldMk cId="0" sldId="269"/>
            <ac:spMk id="10" creationId="{00000000-0000-0000-0000-000000000000}"/>
          </ac:spMkLst>
        </pc:spChg>
        <pc:spChg chg="mod">
          <ac:chgData name="السكرتارية جمعية طبيبي" userId="fdfcb09f-6876-431b-adab-49a7d2e9632b" providerId="ADAL" clId="{BB1527BC-C878-40DE-9BA4-678924EC1210}" dt="2026-08-18T10:16:58.970" v="303" actId="207"/>
          <ac:spMkLst>
            <pc:docMk/>
            <pc:sldMk cId="0" sldId="269"/>
            <ac:spMk id="11" creationId="{00000000-0000-0000-0000-000000000000}"/>
          </ac:spMkLst>
        </pc:spChg>
        <pc:spChg chg="mod">
          <ac:chgData name="السكرتارية جمعية طبيبي" userId="fdfcb09f-6876-431b-adab-49a7d2e9632b" providerId="ADAL" clId="{BB1527BC-C878-40DE-9BA4-678924EC1210}" dt="2026-08-18T10:17:28.241" v="311" actId="255"/>
          <ac:spMkLst>
            <pc:docMk/>
            <pc:sldMk cId="0" sldId="269"/>
            <ac:spMk id="12"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13"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14" creationId="{00000000-0000-0000-0000-000000000000}"/>
          </ac:spMkLst>
        </pc:spChg>
        <pc:spChg chg="mod">
          <ac:chgData name="السكرتارية جمعية طبيبي" userId="fdfcb09f-6876-431b-adab-49a7d2e9632b" providerId="ADAL" clId="{BB1527BC-C878-40DE-9BA4-678924EC1210}" dt="2026-08-18T10:17:08.504" v="308" actId="1076"/>
          <ac:spMkLst>
            <pc:docMk/>
            <pc:sldMk cId="0" sldId="269"/>
            <ac:spMk id="15" creationId="{00000000-0000-0000-0000-000000000000}"/>
          </ac:spMkLst>
        </pc:spChg>
        <pc:spChg chg="mod">
          <ac:chgData name="السكرتارية جمعية طبيبي" userId="fdfcb09f-6876-431b-adab-49a7d2e9632b" providerId="ADAL" clId="{BB1527BC-C878-40DE-9BA4-678924EC1210}" dt="2026-08-18T10:17:00.690" v="304" actId="207"/>
          <ac:spMkLst>
            <pc:docMk/>
            <pc:sldMk cId="0" sldId="269"/>
            <ac:spMk id="16" creationId="{00000000-0000-0000-0000-000000000000}"/>
          </ac:spMkLst>
        </pc:spChg>
        <pc:spChg chg="mod">
          <ac:chgData name="السكرتارية جمعية طبيبي" userId="fdfcb09f-6876-431b-adab-49a7d2e9632b" providerId="ADAL" clId="{BB1527BC-C878-40DE-9BA4-678924EC1210}" dt="2026-08-18T10:17:31.979" v="312" actId="255"/>
          <ac:spMkLst>
            <pc:docMk/>
            <pc:sldMk cId="0" sldId="269"/>
            <ac:spMk id="17"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18"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19"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20" creationId="{00000000-0000-0000-0000-000000000000}"/>
          </ac:spMkLst>
        </pc:spChg>
        <pc:spChg chg="mod">
          <ac:chgData name="السكرتارية جمعية طبيبي" userId="fdfcb09f-6876-431b-adab-49a7d2e9632b" providerId="ADAL" clId="{BB1527BC-C878-40DE-9BA4-678924EC1210}" dt="2026-08-18T10:16:40.337" v="297" actId="207"/>
          <ac:spMkLst>
            <pc:docMk/>
            <pc:sldMk cId="0" sldId="269"/>
            <ac:spMk id="21" creationId="{00000000-0000-0000-0000-000000000000}"/>
          </ac:spMkLst>
        </pc:spChg>
      </pc:sldChg>
      <pc:sldChg chg="modSp mod setBg">
        <pc:chgData name="السكرتارية جمعية طبيبي" userId="fdfcb09f-6876-431b-adab-49a7d2e9632b" providerId="ADAL" clId="{BB1527BC-C878-40DE-9BA4-678924EC1210}" dt="2026-08-18T10:26:36.960" v="364"/>
        <pc:sldMkLst>
          <pc:docMk/>
          <pc:sldMk cId="0" sldId="270"/>
        </pc:sldMkLst>
        <pc:spChg chg="mod">
          <ac:chgData name="السكرتارية جمعية طبيبي" userId="fdfcb09f-6876-431b-adab-49a7d2e9632b" providerId="ADAL" clId="{BB1527BC-C878-40DE-9BA4-678924EC1210}" dt="2026-08-18T10:17:40.479" v="313" actId="207"/>
          <ac:spMkLst>
            <pc:docMk/>
            <pc:sldMk cId="0" sldId="270"/>
            <ac:spMk id="2" creationId="{00000000-0000-0000-0000-000000000000}"/>
          </ac:spMkLst>
        </pc:spChg>
        <pc:spChg chg="mod">
          <ac:chgData name="السكرتارية جمعية طبيبي" userId="fdfcb09f-6876-431b-adab-49a7d2e9632b" providerId="ADAL" clId="{BB1527BC-C878-40DE-9BA4-678924EC1210}" dt="2026-08-18T10:17:46.135" v="314" actId="11530"/>
          <ac:spMkLst>
            <pc:docMk/>
            <pc:sldMk cId="0" sldId="270"/>
            <ac:spMk id="3" creationId="{00000000-0000-0000-0000-000000000000}"/>
          </ac:spMkLst>
        </pc:spChg>
      </pc:sldChg>
      <pc:sldChg chg="delSp modSp mod setBg">
        <pc:chgData name="السكرتارية جمعية طبيبي" userId="fdfcb09f-6876-431b-adab-49a7d2e9632b" providerId="ADAL" clId="{BB1527BC-C878-40DE-9BA4-678924EC1210}" dt="2026-08-18T12:06:20.819" v="588" actId="207"/>
        <pc:sldMkLst>
          <pc:docMk/>
          <pc:sldMk cId="0" sldId="271"/>
        </pc:sldMkLst>
        <pc:spChg chg="mod">
          <ac:chgData name="السكرتارية جمعية طبيبي" userId="fdfcb09f-6876-431b-adab-49a7d2e9632b" providerId="ADAL" clId="{BB1527BC-C878-40DE-9BA4-678924EC1210}" dt="2026-08-18T10:18:05.031" v="318" actId="207"/>
          <ac:spMkLst>
            <pc:docMk/>
            <pc:sldMk cId="0" sldId="271"/>
            <ac:spMk id="2" creationId="{00000000-0000-0000-0000-000000000000}"/>
          </ac:spMkLst>
        </pc:spChg>
        <pc:spChg chg="mod">
          <ac:chgData name="السكرتارية جمعية طبيبي" userId="fdfcb09f-6876-431b-adab-49a7d2e9632b" providerId="ADAL" clId="{BB1527BC-C878-40DE-9BA4-678924EC1210}" dt="2026-08-18T10:18:13.734" v="319" actId="207"/>
          <ac:spMkLst>
            <pc:docMk/>
            <pc:sldMk cId="0" sldId="271"/>
            <ac:spMk id="3" creationId="{00000000-0000-0000-0000-000000000000}"/>
          </ac:spMkLst>
        </pc:spChg>
        <pc:spChg chg="mod">
          <ac:chgData name="السكرتارية جمعية طبيبي" userId="fdfcb09f-6876-431b-adab-49a7d2e9632b" providerId="ADAL" clId="{BB1527BC-C878-40DE-9BA4-678924EC1210}" dt="2026-08-18T12:06:10.801" v="586" actId="207"/>
          <ac:spMkLst>
            <pc:docMk/>
            <pc:sldMk cId="0" sldId="271"/>
            <ac:spMk id="4" creationId="{00000000-0000-0000-0000-000000000000}"/>
          </ac:spMkLst>
        </pc:spChg>
        <pc:spChg chg="mod">
          <ac:chgData name="السكرتارية جمعية طبيبي" userId="fdfcb09f-6876-431b-adab-49a7d2e9632b" providerId="ADAL" clId="{BB1527BC-C878-40DE-9BA4-678924EC1210}" dt="2026-08-18T12:06:20.819" v="588" actId="207"/>
          <ac:spMkLst>
            <pc:docMk/>
            <pc:sldMk cId="0" sldId="271"/>
            <ac:spMk id="5" creationId="{00000000-0000-0000-0000-000000000000}"/>
          </ac:spMkLst>
        </pc:spChg>
        <pc:spChg chg="mod">
          <ac:chgData name="السكرتارية جمعية طبيبي" userId="fdfcb09f-6876-431b-adab-49a7d2e9632b" providerId="ADAL" clId="{BB1527BC-C878-40DE-9BA4-678924EC1210}" dt="2026-08-18T12:06:13.569" v="587" actId="207"/>
          <ac:spMkLst>
            <pc:docMk/>
            <pc:sldMk cId="0" sldId="271"/>
            <ac:spMk id="6" creationId="{00000000-0000-0000-0000-000000000000}"/>
          </ac:spMkLst>
        </pc:spChg>
        <pc:spChg chg="mod">
          <ac:chgData name="السكرتارية جمعية طبيبي" userId="fdfcb09f-6876-431b-adab-49a7d2e9632b" providerId="ADAL" clId="{BB1527BC-C878-40DE-9BA4-678924EC1210}" dt="2026-08-18T10:19:40.012" v="326" actId="207"/>
          <ac:spMkLst>
            <pc:docMk/>
            <pc:sldMk cId="0" sldId="271"/>
            <ac:spMk id="7" creationId="{00000000-0000-0000-0000-000000000000}"/>
          </ac:spMkLst>
        </pc:spChg>
        <pc:spChg chg="mod">
          <ac:chgData name="السكرتارية جمعية طبيبي" userId="fdfcb09f-6876-431b-adab-49a7d2e9632b" providerId="ADAL" clId="{BB1527BC-C878-40DE-9BA4-678924EC1210}" dt="2026-08-18T10:19:43.477" v="327" actId="207"/>
          <ac:spMkLst>
            <pc:docMk/>
            <pc:sldMk cId="0" sldId="271"/>
            <ac:spMk id="8" creationId="{00000000-0000-0000-0000-000000000000}"/>
          </ac:spMkLst>
        </pc:spChg>
        <pc:spChg chg="mod">
          <ac:chgData name="السكرتارية جمعية طبيبي" userId="fdfcb09f-6876-431b-adab-49a7d2e9632b" providerId="ADAL" clId="{BB1527BC-C878-40DE-9BA4-678924EC1210}" dt="2026-08-18T10:19:45.565" v="328" actId="207"/>
          <ac:spMkLst>
            <pc:docMk/>
            <pc:sldMk cId="0" sldId="271"/>
            <ac:spMk id="9" creationId="{00000000-0000-0000-0000-000000000000}"/>
          </ac:spMkLst>
        </pc:spChg>
        <pc:spChg chg="del">
          <ac:chgData name="السكرتارية جمعية طبيبي" userId="fdfcb09f-6876-431b-adab-49a7d2e9632b" providerId="ADAL" clId="{BB1527BC-C878-40DE-9BA4-678924EC1210}" dt="2026-08-17T11:05:33.686" v="13" actId="478"/>
          <ac:spMkLst>
            <pc:docMk/>
            <pc:sldMk cId="0" sldId="271"/>
            <ac:spMk id="10" creationId="{00000000-0000-0000-0000-000000000000}"/>
          </ac:spMkLst>
        </pc:spChg>
        <pc:spChg chg="del mod">
          <ac:chgData name="السكرتارية جمعية طبيبي" userId="fdfcb09f-6876-431b-adab-49a7d2e9632b" providerId="ADAL" clId="{BB1527BC-C878-40DE-9BA4-678924EC1210}" dt="2026-08-17T11:05:37.616" v="16" actId="478"/>
          <ac:spMkLst>
            <pc:docMk/>
            <pc:sldMk cId="0" sldId="271"/>
            <ac:spMk id="11" creationId="{00000000-0000-0000-0000-000000000000}"/>
          </ac:spMkLst>
        </pc:spChg>
        <pc:spChg chg="del">
          <ac:chgData name="السكرتارية جمعية طبيبي" userId="fdfcb09f-6876-431b-adab-49a7d2e9632b" providerId="ADAL" clId="{BB1527BC-C878-40DE-9BA4-678924EC1210}" dt="2026-08-17T11:05:39.541" v="17" actId="478"/>
          <ac:spMkLst>
            <pc:docMk/>
            <pc:sldMk cId="0" sldId="271"/>
            <ac:spMk id="12" creationId="{00000000-0000-0000-0000-000000000000}"/>
          </ac:spMkLst>
        </pc:spChg>
        <pc:spChg chg="del">
          <ac:chgData name="السكرتارية جمعية طبيبي" userId="fdfcb09f-6876-431b-adab-49a7d2e9632b" providerId="ADAL" clId="{BB1527BC-C878-40DE-9BA4-678924EC1210}" dt="2026-08-17T11:05:35.226" v="14" actId="478"/>
          <ac:spMkLst>
            <pc:docMk/>
            <pc:sldMk cId="0" sldId="271"/>
            <ac:spMk id="13" creationId="{00000000-0000-0000-0000-000000000000}"/>
          </ac:spMkLst>
        </pc:spChg>
        <pc:spChg chg="del mod">
          <ac:chgData name="السكرتارية جمعية طبيبي" userId="fdfcb09f-6876-431b-adab-49a7d2e9632b" providerId="ADAL" clId="{BB1527BC-C878-40DE-9BA4-678924EC1210}" dt="2026-08-18T10:19:11.187" v="323" actId="478"/>
          <ac:spMkLst>
            <pc:docMk/>
            <pc:sldMk cId="0" sldId="271"/>
            <ac:spMk id="14" creationId="{00000000-0000-0000-0000-000000000000}"/>
          </ac:spMkLst>
        </pc:spChg>
        <pc:spChg chg="mod">
          <ac:chgData name="السكرتارية جمعية طبيبي" userId="fdfcb09f-6876-431b-adab-49a7d2e9632b" providerId="ADAL" clId="{BB1527BC-C878-40DE-9BA4-678924EC1210}" dt="2026-08-18T10:18:05.031" v="318" actId="207"/>
          <ac:spMkLst>
            <pc:docMk/>
            <pc:sldMk cId="0" sldId="271"/>
            <ac:spMk id="15" creationId="{00000000-0000-0000-0000-000000000000}"/>
          </ac:spMkLst>
        </pc:spChg>
        <pc:spChg chg="mod">
          <ac:chgData name="السكرتارية جمعية طبيبي" userId="fdfcb09f-6876-431b-adab-49a7d2e9632b" providerId="ADAL" clId="{BB1527BC-C878-40DE-9BA4-678924EC1210}" dt="2026-08-18T10:18:05.031" v="318" actId="207"/>
          <ac:spMkLst>
            <pc:docMk/>
            <pc:sldMk cId="0" sldId="271"/>
            <ac:spMk id="16" creationId="{00000000-0000-0000-0000-000000000000}"/>
          </ac:spMkLst>
        </pc:spChg>
        <pc:spChg chg="mod">
          <ac:chgData name="السكرتارية جمعية طبيبي" userId="fdfcb09f-6876-431b-adab-49a7d2e9632b" providerId="ADAL" clId="{BB1527BC-C878-40DE-9BA4-678924EC1210}" dt="2026-08-18T10:18:05.031" v="318" actId="207"/>
          <ac:spMkLst>
            <pc:docMk/>
            <pc:sldMk cId="0" sldId="271"/>
            <ac:spMk id="17" creationId="{00000000-0000-0000-0000-000000000000}"/>
          </ac:spMkLst>
        </pc:spChg>
        <pc:picChg chg="mod">
          <ac:chgData name="السكرتارية جمعية طبيبي" userId="fdfcb09f-6876-431b-adab-49a7d2e9632b" providerId="ADAL" clId="{BB1527BC-C878-40DE-9BA4-678924EC1210}" dt="2026-08-17T11:05:46.156" v="18" actId="14100"/>
          <ac:picMkLst>
            <pc:docMk/>
            <pc:sldMk cId="0" sldId="271"/>
            <ac:picMk id="19" creationId="{FAE3C6B4-4603-4383-B3D2-91F79B1ADC12}"/>
          </ac:picMkLst>
        </pc:picChg>
      </pc:sldChg>
      <pc:sldChg chg="modSp mod setBg">
        <pc:chgData name="السكرتارية جمعية طبيبي" userId="fdfcb09f-6876-431b-adab-49a7d2e9632b" providerId="ADAL" clId="{BB1527BC-C878-40DE-9BA4-678924EC1210}" dt="2026-08-18T10:26:36.960" v="364"/>
        <pc:sldMkLst>
          <pc:docMk/>
          <pc:sldMk cId="0" sldId="272"/>
        </pc:sldMkLst>
        <pc:spChg chg="mod">
          <ac:chgData name="السكرتارية جمعية طبيبي" userId="fdfcb09f-6876-431b-adab-49a7d2e9632b" providerId="ADAL" clId="{BB1527BC-C878-40DE-9BA4-678924EC1210}" dt="2026-08-18T10:20:20.736" v="331" actId="207"/>
          <ac:spMkLst>
            <pc:docMk/>
            <pc:sldMk cId="0" sldId="272"/>
            <ac:spMk id="2" creationId="{00000000-0000-0000-0000-000000000000}"/>
          </ac:spMkLst>
        </pc:spChg>
        <pc:spChg chg="mod">
          <ac:chgData name="السكرتارية جمعية طبيبي" userId="fdfcb09f-6876-431b-adab-49a7d2e9632b" providerId="ADAL" clId="{BB1527BC-C878-40DE-9BA4-678924EC1210}" dt="2026-08-18T10:20:25.639" v="332" actId="11530"/>
          <ac:spMkLst>
            <pc:docMk/>
            <pc:sldMk cId="0" sldId="272"/>
            <ac:spMk id="3" creationId="{00000000-0000-0000-0000-000000000000}"/>
          </ac:spMkLst>
        </pc:spChg>
        <pc:spChg chg="mod">
          <ac:chgData name="السكرتارية جمعية طبيبي" userId="fdfcb09f-6876-431b-adab-49a7d2e9632b" providerId="ADAL" clId="{BB1527BC-C878-40DE-9BA4-678924EC1210}" dt="2026-08-17T09:44:48.228" v="4" actId="20577"/>
          <ac:spMkLst>
            <pc:docMk/>
            <pc:sldMk cId="0" sldId="272"/>
            <ac:spMk id="22" creationId="{254A2723-5765-40D3-8E12-1CA0D8BBC308}"/>
          </ac:spMkLst>
        </pc:spChg>
      </pc:sldChg>
      <pc:sldChg chg="modSp mod setBg">
        <pc:chgData name="السكرتارية جمعية طبيبي" userId="fdfcb09f-6876-431b-adab-49a7d2e9632b" providerId="ADAL" clId="{BB1527BC-C878-40DE-9BA4-678924EC1210}" dt="2026-08-18T10:26:45.651" v="366"/>
        <pc:sldMkLst>
          <pc:docMk/>
          <pc:sldMk cId="0" sldId="273"/>
        </pc:sldMkLst>
        <pc:spChg chg="mod">
          <ac:chgData name="السكرتارية جمعية طبيبي" userId="fdfcb09f-6876-431b-adab-49a7d2e9632b" providerId="ADAL" clId="{BB1527BC-C878-40DE-9BA4-678924EC1210}" dt="2026-08-18T10:22:17.268" v="347" actId="207"/>
          <ac:spMkLst>
            <pc:docMk/>
            <pc:sldMk cId="0" sldId="273"/>
            <ac:spMk id="3" creationId="{00000000-0000-0000-0000-000000000000}"/>
          </ac:spMkLst>
        </pc:spChg>
      </pc:sldChg>
      <pc:sldChg chg="modSp mod setBg">
        <pc:chgData name="السكرتارية جمعية طبيبي" userId="fdfcb09f-6876-431b-adab-49a7d2e9632b" providerId="ADAL" clId="{BB1527BC-C878-40DE-9BA4-678924EC1210}" dt="2026-08-18T10:26:45.651" v="366"/>
        <pc:sldMkLst>
          <pc:docMk/>
          <pc:sldMk cId="0" sldId="274"/>
        </pc:sldMkLst>
        <pc:spChg chg="mod">
          <ac:chgData name="السكرتارية جمعية طبيبي" userId="fdfcb09f-6876-431b-adab-49a7d2e9632b" providerId="ADAL" clId="{BB1527BC-C878-40DE-9BA4-678924EC1210}" dt="2026-08-18T10:22:22.187" v="348" actId="207"/>
          <ac:spMkLst>
            <pc:docMk/>
            <pc:sldMk cId="0" sldId="274"/>
            <ac:spMk id="3" creationId="{00000000-0000-0000-0000-000000000000}"/>
          </ac:spMkLst>
        </pc:spChg>
      </pc:sldChg>
      <pc:sldChg chg="modSp mod setBg">
        <pc:chgData name="السكرتارية جمعية طبيبي" userId="fdfcb09f-6876-431b-adab-49a7d2e9632b" providerId="ADAL" clId="{BB1527BC-C878-40DE-9BA4-678924EC1210}" dt="2026-08-18T10:26:36.960" v="364"/>
        <pc:sldMkLst>
          <pc:docMk/>
          <pc:sldMk cId="0" sldId="275"/>
        </pc:sldMkLst>
        <pc:spChg chg="mod">
          <ac:chgData name="السكرتارية جمعية طبيبي" userId="fdfcb09f-6876-431b-adab-49a7d2e9632b" providerId="ADAL" clId="{BB1527BC-C878-40DE-9BA4-678924EC1210}" dt="2026-08-18T10:21:24.847" v="340" actId="207"/>
          <ac:spMkLst>
            <pc:docMk/>
            <pc:sldMk cId="0" sldId="275"/>
            <ac:spMk id="2" creationId="{00000000-0000-0000-0000-000000000000}"/>
          </ac:spMkLst>
        </pc:spChg>
        <pc:spChg chg="mod">
          <ac:chgData name="السكرتارية جمعية طبيبي" userId="fdfcb09f-6876-431b-adab-49a7d2e9632b" providerId="ADAL" clId="{BB1527BC-C878-40DE-9BA4-678924EC1210}" dt="2026-08-18T10:21:22.229" v="339" actId="11530"/>
          <ac:spMkLst>
            <pc:docMk/>
            <pc:sldMk cId="0" sldId="275"/>
            <ac:spMk id="3" creationId="{00000000-0000-0000-0000-000000000000}"/>
          </ac:spMkLst>
        </pc:spChg>
      </pc:sldChg>
      <pc:sldChg chg="modSp mod ord setBg">
        <pc:chgData name="السكرتارية جمعية طبيبي" userId="fdfcb09f-6876-431b-adab-49a7d2e9632b" providerId="ADAL" clId="{BB1527BC-C878-40DE-9BA4-678924EC1210}" dt="2026-08-18T10:26:36.960" v="364"/>
        <pc:sldMkLst>
          <pc:docMk/>
          <pc:sldMk cId="0" sldId="276"/>
        </pc:sldMkLst>
        <pc:spChg chg="mod">
          <ac:chgData name="السكرتارية جمعية طبيبي" userId="fdfcb09f-6876-431b-adab-49a7d2e9632b" providerId="ADAL" clId="{BB1527BC-C878-40DE-9BA4-678924EC1210}" dt="2026-08-18T10:24:18.701" v="362" actId="14100"/>
          <ac:spMkLst>
            <pc:docMk/>
            <pc:sldMk cId="0" sldId="276"/>
            <ac:spMk id="2" creationId="{00000000-0000-0000-0000-000000000000}"/>
          </ac:spMkLst>
        </pc:spChg>
        <pc:spChg chg="mod">
          <ac:chgData name="السكرتارية جمعية طبيبي" userId="fdfcb09f-6876-431b-adab-49a7d2e9632b" providerId="ADAL" clId="{BB1527BC-C878-40DE-9BA4-678924EC1210}" dt="2026-08-18T10:24:16.997" v="359" actId="1076"/>
          <ac:spMkLst>
            <pc:docMk/>
            <pc:sldMk cId="0" sldId="276"/>
            <ac:spMk id="3" creationId="{00000000-0000-0000-0000-000000000000}"/>
          </ac:spMkLst>
        </pc:spChg>
      </pc:sldChg>
      <pc:sldChg chg="setBg">
        <pc:chgData name="السكرتارية جمعية طبيبي" userId="fdfcb09f-6876-431b-adab-49a7d2e9632b" providerId="ADAL" clId="{BB1527BC-C878-40DE-9BA4-678924EC1210}" dt="2026-08-18T10:26:36.960" v="364"/>
        <pc:sldMkLst>
          <pc:docMk/>
          <pc:sldMk cId="0" sldId="277"/>
        </pc:sldMkLst>
      </pc:sldChg>
      <pc:sldChg chg="modSp mod ord setBg">
        <pc:chgData name="السكرتارية جمعية طبيبي" userId="fdfcb09f-6876-431b-adab-49a7d2e9632b" providerId="ADAL" clId="{BB1527BC-C878-40DE-9BA4-678924EC1210}" dt="2026-08-18T10:26:36.960" v="364"/>
        <pc:sldMkLst>
          <pc:docMk/>
          <pc:sldMk cId="3842385963" sldId="284"/>
        </pc:sldMkLst>
        <pc:spChg chg="mod">
          <ac:chgData name="السكرتارية جمعية طبيبي" userId="fdfcb09f-6876-431b-adab-49a7d2e9632b" providerId="ADAL" clId="{BB1527BC-C878-40DE-9BA4-678924EC1210}" dt="2026-08-18T10:21:30.092" v="341" actId="207"/>
          <ac:spMkLst>
            <pc:docMk/>
            <pc:sldMk cId="3842385963" sldId="284"/>
            <ac:spMk id="5" creationId="{8CC65D84-A882-41FD-9AC9-4F563121E1A1}"/>
          </ac:spMkLst>
        </pc:spChg>
        <pc:spChg chg="mod">
          <ac:chgData name="السكرتارية جمعية طبيبي" userId="fdfcb09f-6876-431b-adab-49a7d2e9632b" providerId="ADAL" clId="{BB1527BC-C878-40DE-9BA4-678924EC1210}" dt="2026-08-18T10:21:37.197" v="342" actId="11530"/>
          <ac:spMkLst>
            <pc:docMk/>
            <pc:sldMk cId="3842385963" sldId="284"/>
            <ac:spMk id="7" creationId="{0DB211EB-58E6-4ECC-B1F7-DBBA4C20C1E7}"/>
          </ac:spMkLst>
        </pc:spChg>
      </pc:sldChg>
      <pc:sldChg chg="modSp mod setBg">
        <pc:chgData name="السكرتارية جمعية طبيبي" userId="fdfcb09f-6876-431b-adab-49a7d2e9632b" providerId="ADAL" clId="{BB1527BC-C878-40DE-9BA4-678924EC1210}" dt="2026-08-18T10:26:36.960" v="364"/>
        <pc:sldMkLst>
          <pc:docMk/>
          <pc:sldMk cId="3623338725" sldId="287"/>
        </pc:sldMkLst>
        <pc:spChg chg="mod">
          <ac:chgData name="السكرتارية جمعية طبيبي" userId="fdfcb09f-6876-431b-adab-49a7d2e9632b" providerId="ADAL" clId="{BB1527BC-C878-40DE-9BA4-678924EC1210}" dt="2026-08-18T10:22:01.338" v="345" actId="207"/>
          <ac:spMkLst>
            <pc:docMk/>
            <pc:sldMk cId="3623338725" sldId="287"/>
            <ac:spMk id="3" creationId="{D4B21834-3051-48D8-A249-7A0F17366586}"/>
          </ac:spMkLst>
        </pc:spChg>
        <pc:spChg chg="mod">
          <ac:chgData name="السكرتارية جمعية طبيبي" userId="fdfcb09f-6876-431b-adab-49a7d2e9632b" providerId="ADAL" clId="{BB1527BC-C878-40DE-9BA4-678924EC1210}" dt="2026-08-17T11:06:44.729" v="126" actId="20577"/>
          <ac:spMkLst>
            <pc:docMk/>
            <pc:sldMk cId="3623338725" sldId="287"/>
            <ac:spMk id="4" creationId="{EC20D2D5-47AB-4B5F-AA40-7BCB65AF022A}"/>
          </ac:spMkLst>
        </pc:spChg>
        <pc:spChg chg="mod">
          <ac:chgData name="السكرتارية جمعية طبيبي" userId="fdfcb09f-6876-431b-adab-49a7d2e9632b" providerId="ADAL" clId="{BB1527BC-C878-40DE-9BA4-678924EC1210}" dt="2026-08-18T10:22:07.766" v="346" actId="11530"/>
          <ac:spMkLst>
            <pc:docMk/>
            <pc:sldMk cId="3623338725" sldId="287"/>
            <ac:spMk id="16" creationId="{671F40F0-E1B2-4AE0-A6F9-0F9F6E8A5651}"/>
          </ac:spMkLst>
        </pc:spChg>
      </pc:sldChg>
      <pc:sldChg chg="addSp delSp modSp mod setBg">
        <pc:chgData name="السكرتارية جمعية طبيبي" userId="fdfcb09f-6876-431b-adab-49a7d2e9632b" providerId="ADAL" clId="{BB1527BC-C878-40DE-9BA4-678924EC1210}" dt="2026-08-18T10:57:13.171" v="513" actId="14100"/>
        <pc:sldMkLst>
          <pc:docMk/>
          <pc:sldMk cId="3947098404" sldId="288"/>
        </pc:sldMkLst>
        <pc:spChg chg="mod">
          <ac:chgData name="السكرتارية جمعية طبيبي" userId="fdfcb09f-6876-431b-adab-49a7d2e9632b" providerId="ADAL" clId="{BB1527BC-C878-40DE-9BA4-678924EC1210}" dt="2026-08-18T10:04:00.751" v="249" actId="11530"/>
          <ac:spMkLst>
            <pc:docMk/>
            <pc:sldMk cId="3947098404" sldId="288"/>
            <ac:spMk id="2" creationId="{F41DE467-D5DF-4109-BD36-4547313D9C27}"/>
          </ac:spMkLst>
        </pc:spChg>
        <pc:spChg chg="mod">
          <ac:chgData name="السكرتارية جمعية طبيبي" userId="fdfcb09f-6876-431b-adab-49a7d2e9632b" providerId="ADAL" clId="{BB1527BC-C878-40DE-9BA4-678924EC1210}" dt="2026-08-18T10:03:32.894" v="247" actId="207"/>
          <ac:spMkLst>
            <pc:docMk/>
            <pc:sldMk cId="3947098404" sldId="288"/>
            <ac:spMk id="3" creationId="{C9009B58-0649-49FB-B13D-D4D711D0651E}"/>
          </ac:spMkLst>
        </pc:spChg>
        <pc:spChg chg="mod">
          <ac:chgData name="السكرتارية جمعية طبيبي" userId="fdfcb09f-6876-431b-adab-49a7d2e9632b" providerId="ADAL" clId="{BB1527BC-C878-40DE-9BA4-678924EC1210}" dt="2026-08-18T10:03:32.894" v="247" actId="207"/>
          <ac:spMkLst>
            <pc:docMk/>
            <pc:sldMk cId="3947098404" sldId="288"/>
            <ac:spMk id="5" creationId="{BD8823BD-A056-4DE3-8CD1-8CE55FB4A1A7}"/>
          </ac:spMkLst>
        </pc:spChg>
        <pc:spChg chg="mod">
          <ac:chgData name="السكرتارية جمعية طبيبي" userId="fdfcb09f-6876-431b-adab-49a7d2e9632b" providerId="ADAL" clId="{BB1527BC-C878-40DE-9BA4-678924EC1210}" dt="2026-08-18T10:03:32.894" v="247" actId="207"/>
          <ac:spMkLst>
            <pc:docMk/>
            <pc:sldMk cId="3947098404" sldId="288"/>
            <ac:spMk id="6" creationId="{84A1C019-C88D-4161-B01C-0255B890B44E}"/>
          </ac:spMkLst>
        </pc:spChg>
        <pc:spChg chg="mod">
          <ac:chgData name="السكرتارية جمعية طبيبي" userId="fdfcb09f-6876-431b-adab-49a7d2e9632b" providerId="ADAL" clId="{BB1527BC-C878-40DE-9BA4-678924EC1210}" dt="2026-08-18T10:03:32.894" v="247" actId="207"/>
          <ac:spMkLst>
            <pc:docMk/>
            <pc:sldMk cId="3947098404" sldId="288"/>
            <ac:spMk id="8" creationId="{4868E362-681A-41A4-B0AD-77FD5D6B508D}"/>
          </ac:spMkLst>
        </pc:spChg>
        <pc:spChg chg="mod">
          <ac:chgData name="السكرتارية جمعية طبيبي" userId="fdfcb09f-6876-431b-adab-49a7d2e9632b" providerId="ADAL" clId="{BB1527BC-C878-40DE-9BA4-678924EC1210}" dt="2026-08-18T10:03:32.894" v="247" actId="207"/>
          <ac:spMkLst>
            <pc:docMk/>
            <pc:sldMk cId="3947098404" sldId="288"/>
            <ac:spMk id="9" creationId="{58FBCDB0-B576-4A37-97D6-8E5D7B2167A8}"/>
          </ac:spMkLst>
        </pc:spChg>
        <pc:picChg chg="del">
          <ac:chgData name="السكرتارية جمعية طبيبي" userId="fdfcb09f-6876-431b-adab-49a7d2e9632b" providerId="ADAL" clId="{BB1527BC-C878-40DE-9BA4-678924EC1210}" dt="2026-08-18T10:56:52.589" v="505" actId="478"/>
          <ac:picMkLst>
            <pc:docMk/>
            <pc:sldMk cId="3947098404" sldId="288"/>
            <ac:picMk id="7" creationId="{E7808A28-EBA2-4ACB-9638-8370F605223F}"/>
          </ac:picMkLst>
        </pc:picChg>
        <pc:picChg chg="add mod">
          <ac:chgData name="السكرتارية جمعية طبيبي" userId="fdfcb09f-6876-431b-adab-49a7d2e9632b" providerId="ADAL" clId="{BB1527BC-C878-40DE-9BA4-678924EC1210}" dt="2026-08-18T10:57:13.171" v="513" actId="14100"/>
          <ac:picMkLst>
            <pc:docMk/>
            <pc:sldMk cId="3947098404" sldId="288"/>
            <ac:picMk id="10" creationId="{A9F7DE68-7241-478A-A4E9-D03536284FD1}"/>
          </ac:picMkLst>
        </pc:picChg>
      </pc:sldChg>
      <pc:sldChg chg="addSp delSp modSp mod setBg">
        <pc:chgData name="السكرتارية جمعية طبيبي" userId="fdfcb09f-6876-431b-adab-49a7d2e9632b" providerId="ADAL" clId="{BB1527BC-C878-40DE-9BA4-678924EC1210}" dt="2026-08-18T11:41:28.675" v="533" actId="1076"/>
        <pc:sldMkLst>
          <pc:docMk/>
          <pc:sldMk cId="702643430" sldId="289"/>
        </pc:sldMkLst>
        <pc:spChg chg="mod">
          <ac:chgData name="السكرتارية جمعية طبيبي" userId="fdfcb09f-6876-431b-adab-49a7d2e9632b" providerId="ADAL" clId="{BB1527BC-C878-40DE-9BA4-678924EC1210}" dt="2026-08-18T11:41:28.675" v="533" actId="1076"/>
          <ac:spMkLst>
            <pc:docMk/>
            <pc:sldMk cId="702643430" sldId="289"/>
            <ac:spMk id="2" creationId="{E8A6B8DB-FA26-4A4F-BC67-AF09FDA54D65}"/>
          </ac:spMkLst>
        </pc:spChg>
        <pc:spChg chg="mod">
          <ac:chgData name="السكرتارية جمعية طبيبي" userId="fdfcb09f-6876-431b-adab-49a7d2e9632b" providerId="ADAL" clId="{BB1527BC-C878-40DE-9BA4-678924EC1210}" dt="2026-08-18T11:41:25.040" v="532" actId="1076"/>
          <ac:spMkLst>
            <pc:docMk/>
            <pc:sldMk cId="702643430" sldId="289"/>
            <ac:spMk id="4" creationId="{7C8792D3-8B32-400C-A4C2-7A0D917E3FEE}"/>
          </ac:spMkLst>
        </pc:spChg>
        <pc:spChg chg="mod">
          <ac:chgData name="السكرتارية جمعية طبيبي" userId="fdfcb09f-6876-431b-adab-49a7d2e9632b" providerId="ADAL" clId="{BB1527BC-C878-40DE-9BA4-678924EC1210}" dt="2026-08-18T09:57:56.900" v="227" actId="207"/>
          <ac:spMkLst>
            <pc:docMk/>
            <pc:sldMk cId="702643430" sldId="289"/>
            <ac:spMk id="6" creationId="{BF165F2B-26BB-488E-8090-16CB1463B764}"/>
          </ac:spMkLst>
        </pc:spChg>
        <pc:spChg chg="mod">
          <ac:chgData name="السكرتارية جمعية طبيبي" userId="fdfcb09f-6876-431b-adab-49a7d2e9632b" providerId="ADAL" clId="{BB1527BC-C878-40DE-9BA4-678924EC1210}" dt="2026-08-18T09:57:56.900" v="227" actId="207"/>
          <ac:spMkLst>
            <pc:docMk/>
            <pc:sldMk cId="702643430" sldId="289"/>
            <ac:spMk id="10" creationId="{EC9A0268-8403-4621-B163-1EF0B7FFB4A8}"/>
          </ac:spMkLst>
        </pc:spChg>
        <pc:picChg chg="del">
          <ac:chgData name="السكرتارية جمعية طبيبي" userId="fdfcb09f-6876-431b-adab-49a7d2e9632b" providerId="ADAL" clId="{BB1527BC-C878-40DE-9BA4-678924EC1210}" dt="2026-08-18T10:46:37.893" v="470" actId="478"/>
          <ac:picMkLst>
            <pc:docMk/>
            <pc:sldMk cId="702643430" sldId="289"/>
            <ac:picMk id="5" creationId="{2C984799-9ED4-4C1C-9442-996DA8B48D79}"/>
          </ac:picMkLst>
        </pc:picChg>
        <pc:picChg chg="add mod">
          <ac:chgData name="السكرتارية جمعية طبيبي" userId="fdfcb09f-6876-431b-adab-49a7d2e9632b" providerId="ADAL" clId="{BB1527BC-C878-40DE-9BA4-678924EC1210}" dt="2026-08-18T10:47:40.379" v="475" actId="14100"/>
          <ac:picMkLst>
            <pc:docMk/>
            <pc:sldMk cId="702643430" sldId="289"/>
            <ac:picMk id="7" creationId="{F5B5D1E0-6C76-49A0-A257-9116602E0360}"/>
          </ac:picMkLst>
        </pc:picChg>
      </pc:sldChg>
      <pc:sldChg chg="addSp delSp modSp mod ord setBg">
        <pc:chgData name="السكرتارية جمعية طبيبي" userId="fdfcb09f-6876-431b-adab-49a7d2e9632b" providerId="ADAL" clId="{BB1527BC-C878-40DE-9BA4-678924EC1210}" dt="2026-08-18T10:50:29.068" v="486" actId="14100"/>
        <pc:sldMkLst>
          <pc:docMk/>
          <pc:sldMk cId="1111998321" sldId="290"/>
        </pc:sldMkLst>
        <pc:spChg chg="mod">
          <ac:chgData name="السكرتارية جمعية طبيبي" userId="fdfcb09f-6876-431b-adab-49a7d2e9632b" providerId="ADAL" clId="{BB1527BC-C878-40DE-9BA4-678924EC1210}" dt="2026-08-18T09:59:46.286" v="237" actId="11530"/>
          <ac:spMkLst>
            <pc:docMk/>
            <pc:sldMk cId="1111998321" sldId="290"/>
            <ac:spMk id="2" creationId="{57DFAC1D-AEFA-4D04-A6FA-A992D91675AB}"/>
          </ac:spMkLst>
        </pc:spChg>
        <pc:spChg chg="mod">
          <ac:chgData name="السكرتارية جمعية طبيبي" userId="fdfcb09f-6876-431b-adab-49a7d2e9632b" providerId="ADAL" clId="{BB1527BC-C878-40DE-9BA4-678924EC1210}" dt="2026-08-18T09:59:28.902" v="235" actId="207"/>
          <ac:spMkLst>
            <pc:docMk/>
            <pc:sldMk cId="1111998321" sldId="290"/>
            <ac:spMk id="4" creationId="{C5ED62F2-08BD-41AF-AFC2-302659BC6AB7}"/>
          </ac:spMkLst>
        </pc:spChg>
        <pc:spChg chg="mod">
          <ac:chgData name="السكرتارية جمعية طبيبي" userId="fdfcb09f-6876-431b-adab-49a7d2e9632b" providerId="ADAL" clId="{BB1527BC-C878-40DE-9BA4-678924EC1210}" dt="2026-08-18T09:59:28.902" v="235" actId="207"/>
          <ac:spMkLst>
            <pc:docMk/>
            <pc:sldMk cId="1111998321" sldId="290"/>
            <ac:spMk id="6" creationId="{AFD7DE39-DC97-4DDA-8D6F-7AECC8F22CB9}"/>
          </ac:spMkLst>
        </pc:spChg>
        <pc:spChg chg="mod">
          <ac:chgData name="السكرتارية جمعية طبيبي" userId="fdfcb09f-6876-431b-adab-49a7d2e9632b" providerId="ADAL" clId="{BB1527BC-C878-40DE-9BA4-678924EC1210}" dt="2026-08-18T09:59:28.902" v="235" actId="207"/>
          <ac:spMkLst>
            <pc:docMk/>
            <pc:sldMk cId="1111998321" sldId="290"/>
            <ac:spMk id="10" creationId="{2B13DC53-E3E2-451A-A719-DF8636BCB078}"/>
          </ac:spMkLst>
        </pc:spChg>
        <pc:spChg chg="mod">
          <ac:chgData name="السكرتارية جمعية طبيبي" userId="fdfcb09f-6876-431b-adab-49a7d2e9632b" providerId="ADAL" clId="{BB1527BC-C878-40DE-9BA4-678924EC1210}" dt="2026-08-18T09:59:28.902" v="235" actId="207"/>
          <ac:spMkLst>
            <pc:docMk/>
            <pc:sldMk cId="1111998321" sldId="290"/>
            <ac:spMk id="11" creationId="{CE34FF3D-1817-4C64-9360-1E779B2DA1CF}"/>
          </ac:spMkLst>
        </pc:spChg>
        <pc:spChg chg="mod">
          <ac:chgData name="السكرتارية جمعية طبيبي" userId="fdfcb09f-6876-431b-adab-49a7d2e9632b" providerId="ADAL" clId="{BB1527BC-C878-40DE-9BA4-678924EC1210}" dt="2026-08-18T09:59:28.902" v="235" actId="207"/>
          <ac:spMkLst>
            <pc:docMk/>
            <pc:sldMk cId="1111998321" sldId="290"/>
            <ac:spMk id="12" creationId="{F78FDC09-BDD1-449C-8DB7-E06FCE3D2DAF}"/>
          </ac:spMkLst>
        </pc:spChg>
        <pc:picChg chg="add mod">
          <ac:chgData name="السكرتارية جمعية طبيبي" userId="fdfcb09f-6876-431b-adab-49a7d2e9632b" providerId="ADAL" clId="{BB1527BC-C878-40DE-9BA4-678924EC1210}" dt="2026-08-18T10:50:29.068" v="486" actId="14100"/>
          <ac:picMkLst>
            <pc:docMk/>
            <pc:sldMk cId="1111998321" sldId="290"/>
            <ac:picMk id="5" creationId="{712BAEA9-BF8C-477C-A50D-A0F559101623}"/>
          </ac:picMkLst>
        </pc:picChg>
        <pc:picChg chg="del">
          <ac:chgData name="السكرتارية جمعية طبيبي" userId="fdfcb09f-6876-431b-adab-49a7d2e9632b" providerId="ADAL" clId="{BB1527BC-C878-40DE-9BA4-678924EC1210}" dt="2026-08-18T10:50:09.534" v="481" actId="478"/>
          <ac:picMkLst>
            <pc:docMk/>
            <pc:sldMk cId="1111998321" sldId="290"/>
            <ac:picMk id="8" creationId="{1D578010-6F04-4CE0-BECB-0374C6F30B3C}"/>
          </ac:picMkLst>
        </pc:picChg>
        <pc:picChg chg="del">
          <ac:chgData name="السكرتارية جمعية طبيبي" userId="fdfcb09f-6876-431b-adab-49a7d2e9632b" providerId="ADAL" clId="{BB1527BC-C878-40DE-9BA4-678924EC1210}" dt="2026-08-18T10:50:12.844" v="482" actId="478"/>
          <ac:picMkLst>
            <pc:docMk/>
            <pc:sldMk cId="1111998321" sldId="290"/>
            <ac:picMk id="14" creationId="{10717A2B-0BC7-4AD1-A13C-605232BB11A6}"/>
          </ac:picMkLst>
        </pc:picChg>
        <pc:cxnChg chg="del">
          <ac:chgData name="السكرتارية جمعية طبيبي" userId="fdfcb09f-6876-431b-adab-49a7d2e9632b" providerId="ADAL" clId="{BB1527BC-C878-40DE-9BA4-678924EC1210}" dt="2026-08-18T10:50:13.925" v="483" actId="478"/>
          <ac:cxnSpMkLst>
            <pc:docMk/>
            <pc:sldMk cId="1111998321" sldId="290"/>
            <ac:cxnSpMk id="16" creationId="{06087B89-F481-4CC8-B5D8-EF67F802DB55}"/>
          </ac:cxnSpMkLst>
        </pc:cxnChg>
      </pc:sldChg>
      <pc:sldChg chg="modSp mod ord setBg">
        <pc:chgData name="السكرتارية جمعية طبيبي" userId="fdfcb09f-6876-431b-adab-49a7d2e9632b" providerId="ADAL" clId="{BB1527BC-C878-40DE-9BA4-678924EC1210}" dt="2026-08-18T10:26:36.960" v="364"/>
        <pc:sldMkLst>
          <pc:docMk/>
          <pc:sldMk cId="1978897564" sldId="291"/>
        </pc:sldMkLst>
        <pc:spChg chg="mod">
          <ac:chgData name="السكرتارية جمعية طبيبي" userId="fdfcb09f-6876-431b-adab-49a7d2e9632b" providerId="ADAL" clId="{BB1527BC-C878-40DE-9BA4-678924EC1210}" dt="2026-08-18T10:05:13.262" v="259" actId="207"/>
          <ac:spMkLst>
            <pc:docMk/>
            <pc:sldMk cId="1978897564" sldId="291"/>
            <ac:spMk id="2" creationId="{9A1DB2E3-DEA6-4E8A-AA3B-48D85FB28510}"/>
          </ac:spMkLst>
        </pc:spChg>
        <pc:spChg chg="mod">
          <ac:chgData name="السكرتارية جمعية طبيبي" userId="fdfcb09f-6876-431b-adab-49a7d2e9632b" providerId="ADAL" clId="{BB1527BC-C878-40DE-9BA4-678924EC1210}" dt="2026-08-18T10:13:56.503" v="260" actId="11530"/>
          <ac:spMkLst>
            <pc:docMk/>
            <pc:sldMk cId="1978897564" sldId="291"/>
            <ac:spMk id="3" creationId="{0142BCE3-14DB-482C-88DD-F61BF2C03656}"/>
          </ac:spMkLst>
        </pc:spChg>
      </pc:sldChg>
      <pc:sldChg chg="modSp mod ord setBg">
        <pc:chgData name="السكرتارية جمعية طبيبي" userId="fdfcb09f-6876-431b-adab-49a7d2e9632b" providerId="ADAL" clId="{BB1527BC-C878-40DE-9BA4-678924EC1210}" dt="2026-08-18T10:26:36.960" v="364"/>
        <pc:sldMkLst>
          <pc:docMk/>
          <pc:sldMk cId="2373996107" sldId="292"/>
        </pc:sldMkLst>
        <pc:spChg chg="mod">
          <ac:chgData name="السكرتارية جمعية طبيبي" userId="fdfcb09f-6876-431b-adab-49a7d2e9632b" providerId="ADAL" clId="{BB1527BC-C878-40DE-9BA4-678924EC1210}" dt="2026-08-18T10:14:05.902" v="261" actId="11530"/>
          <ac:spMkLst>
            <pc:docMk/>
            <pc:sldMk cId="2373996107" sldId="292"/>
            <ac:spMk id="2" creationId="{D727DED2-A17D-439E-85C8-B2DFE2E954F3}"/>
          </ac:spMkLst>
        </pc:spChg>
        <pc:spChg chg="mod">
          <ac:chgData name="السكرتارية جمعية طبيبي" userId="fdfcb09f-6876-431b-adab-49a7d2e9632b" providerId="ADAL" clId="{BB1527BC-C878-40DE-9BA4-678924EC1210}" dt="2026-08-18T10:14:08.191" v="262" actId="207"/>
          <ac:spMkLst>
            <pc:docMk/>
            <pc:sldMk cId="2373996107" sldId="292"/>
            <ac:spMk id="3" creationId="{9F7CE905-D7EF-453F-B93C-69F7310FD431}"/>
          </ac:spMkLst>
        </pc:spChg>
      </pc:sldChg>
      <pc:sldChg chg="modSp mod setBg">
        <pc:chgData name="السكرتارية جمعية طبيبي" userId="fdfcb09f-6876-431b-adab-49a7d2e9632b" providerId="ADAL" clId="{BB1527BC-C878-40DE-9BA4-678924EC1210}" dt="2026-08-18T10:26:36.960" v="364"/>
        <pc:sldMkLst>
          <pc:docMk/>
          <pc:sldMk cId="3841639945" sldId="293"/>
        </pc:sldMkLst>
        <pc:spChg chg="mod">
          <ac:chgData name="السكرتارية جمعية طبيبي" userId="fdfcb09f-6876-431b-adab-49a7d2e9632b" providerId="ADAL" clId="{BB1527BC-C878-40DE-9BA4-678924EC1210}" dt="2026-08-18T10:21:56.176" v="344" actId="11530"/>
          <ac:spMkLst>
            <pc:docMk/>
            <pc:sldMk cId="3841639945" sldId="293"/>
            <ac:spMk id="2" creationId="{97639F61-9D86-41A3-A1BB-0AECFF04966E}"/>
          </ac:spMkLst>
        </pc:spChg>
        <pc:spChg chg="mod">
          <ac:chgData name="السكرتارية جمعية طبيبي" userId="fdfcb09f-6876-431b-adab-49a7d2e9632b" providerId="ADAL" clId="{BB1527BC-C878-40DE-9BA4-678924EC1210}" dt="2026-08-18T10:21:48.980" v="343" actId="207"/>
          <ac:spMkLst>
            <pc:docMk/>
            <pc:sldMk cId="3841639945" sldId="293"/>
            <ac:spMk id="4" creationId="{7C8CB955-3844-4D86-8A80-DB62201E4A82}"/>
          </ac:spMkLst>
        </pc:spChg>
      </pc:sldChg>
      <pc:sldChg chg="addSp delSp modSp mod ord setBg">
        <pc:chgData name="السكرتارية جمعية طبيبي" userId="fdfcb09f-6876-431b-adab-49a7d2e9632b" providerId="ADAL" clId="{BB1527BC-C878-40DE-9BA4-678924EC1210}" dt="2026-08-18T10:54:59.379" v="498" actId="1076"/>
        <pc:sldMkLst>
          <pc:docMk/>
          <pc:sldMk cId="1111582665" sldId="294"/>
        </pc:sldMkLst>
        <pc:spChg chg="mod">
          <ac:chgData name="السكرتارية جمعية طبيبي" userId="fdfcb09f-6876-431b-adab-49a7d2e9632b" providerId="ADAL" clId="{BB1527BC-C878-40DE-9BA4-678924EC1210}" dt="2026-08-18T10:00:26.566" v="238" actId="11530"/>
          <ac:spMkLst>
            <pc:docMk/>
            <pc:sldMk cId="1111582665" sldId="294"/>
            <ac:spMk id="2" creationId="{331B5D08-CE0B-4BA1-8A9A-84EF4755E468}"/>
          </ac:spMkLst>
        </pc:spChg>
        <pc:spChg chg="mod">
          <ac:chgData name="السكرتارية جمعية طبيبي" userId="fdfcb09f-6876-431b-adab-49a7d2e9632b" providerId="ADAL" clId="{BB1527BC-C878-40DE-9BA4-678924EC1210}" dt="2026-08-18T10:00:38.461" v="239" actId="207"/>
          <ac:spMkLst>
            <pc:docMk/>
            <pc:sldMk cId="1111582665" sldId="294"/>
            <ac:spMk id="3" creationId="{956CD8BA-F302-4BA8-B7AB-83564DB1D3A6}"/>
          </ac:spMkLst>
        </pc:spChg>
        <pc:picChg chg="del">
          <ac:chgData name="السكرتارية جمعية طبيبي" userId="fdfcb09f-6876-431b-adab-49a7d2e9632b" providerId="ADAL" clId="{BB1527BC-C878-40DE-9BA4-678924EC1210}" dt="2026-08-18T10:54:50.481" v="495" actId="478"/>
          <ac:picMkLst>
            <pc:docMk/>
            <pc:sldMk cId="1111582665" sldId="294"/>
            <ac:picMk id="5" creationId="{AF13FB65-DF18-4AB8-9D3F-BEAF0F21E293}"/>
          </ac:picMkLst>
        </pc:picChg>
        <pc:picChg chg="add mod">
          <ac:chgData name="السكرتارية جمعية طبيبي" userId="fdfcb09f-6876-431b-adab-49a7d2e9632b" providerId="ADAL" clId="{BB1527BC-C878-40DE-9BA4-678924EC1210}" dt="2026-08-18T10:54:59.379" v="498" actId="1076"/>
          <ac:picMkLst>
            <pc:docMk/>
            <pc:sldMk cId="1111582665" sldId="294"/>
            <ac:picMk id="6" creationId="{D47075F6-9EC4-4AC1-8EC1-D307187713F0}"/>
          </ac:picMkLst>
        </pc:picChg>
      </pc:sldChg>
      <pc:sldChg chg="addSp delSp modSp mod ord setBg">
        <pc:chgData name="السكرتارية جمعية طبيبي" userId="fdfcb09f-6876-431b-adab-49a7d2e9632b" providerId="ADAL" clId="{BB1527BC-C878-40DE-9BA4-678924EC1210}" dt="2026-08-18T10:54:07.987" v="494" actId="1076"/>
        <pc:sldMkLst>
          <pc:docMk/>
          <pc:sldMk cId="3816747885" sldId="295"/>
        </pc:sldMkLst>
        <pc:spChg chg="mod">
          <ac:chgData name="السكرتارية جمعية طبيبي" userId="fdfcb09f-6876-431b-adab-49a7d2e9632b" providerId="ADAL" clId="{BB1527BC-C878-40DE-9BA4-678924EC1210}" dt="2026-08-18T10:02:21.767" v="242" actId="11530"/>
          <ac:spMkLst>
            <pc:docMk/>
            <pc:sldMk cId="3816747885" sldId="295"/>
            <ac:spMk id="2" creationId="{624A2034-9EB4-4DB1-AC72-39C8C30AFE5F}"/>
          </ac:spMkLst>
        </pc:spChg>
        <pc:spChg chg="mod">
          <ac:chgData name="السكرتارية جمعية طبيبي" userId="fdfcb09f-6876-431b-adab-49a7d2e9632b" providerId="ADAL" clId="{BB1527BC-C878-40DE-9BA4-678924EC1210}" dt="2026-08-18T10:01:47.531" v="240" actId="207"/>
          <ac:spMkLst>
            <pc:docMk/>
            <pc:sldMk cId="3816747885" sldId="295"/>
            <ac:spMk id="3" creationId="{A903EDF0-A4F3-41ED-A520-7340D01200E6}"/>
          </ac:spMkLst>
        </pc:spChg>
        <pc:spChg chg="mod">
          <ac:chgData name="السكرتارية جمعية طبيبي" userId="fdfcb09f-6876-431b-adab-49a7d2e9632b" providerId="ADAL" clId="{BB1527BC-C878-40DE-9BA4-678924EC1210}" dt="2026-08-18T10:01:47.531" v="240" actId="207"/>
          <ac:spMkLst>
            <pc:docMk/>
            <pc:sldMk cId="3816747885" sldId="295"/>
            <ac:spMk id="7" creationId="{EC56ADA8-D53F-4593-A960-E71E7CA317FF}"/>
          </ac:spMkLst>
        </pc:spChg>
        <pc:picChg chg="del">
          <ac:chgData name="السكرتارية جمعية طبيبي" userId="fdfcb09f-6876-431b-adab-49a7d2e9632b" providerId="ADAL" clId="{BB1527BC-C878-40DE-9BA4-678924EC1210}" dt="2026-08-18T10:53:50.648" v="487" actId="478"/>
          <ac:picMkLst>
            <pc:docMk/>
            <pc:sldMk cId="3816747885" sldId="295"/>
            <ac:picMk id="5" creationId="{19EB9C36-4A46-48BA-AE2C-6771063D5FF8}"/>
          </ac:picMkLst>
        </pc:picChg>
        <pc:picChg chg="add mod">
          <ac:chgData name="السكرتارية جمعية طبيبي" userId="fdfcb09f-6876-431b-adab-49a7d2e9632b" providerId="ADAL" clId="{BB1527BC-C878-40DE-9BA4-678924EC1210}" dt="2026-08-18T10:54:07.987" v="494" actId="1076"/>
          <ac:picMkLst>
            <pc:docMk/>
            <pc:sldMk cId="3816747885" sldId="295"/>
            <ac:picMk id="8" creationId="{B49117E1-A698-49C5-87A4-3E709273FC3F}"/>
          </ac:picMkLst>
        </pc:picChg>
      </pc:sldChg>
      <pc:sldChg chg="addSp delSp modSp mod ord setBg">
        <pc:chgData name="السكرتارية جمعية طبيبي" userId="fdfcb09f-6876-431b-adab-49a7d2e9632b" providerId="ADAL" clId="{BB1527BC-C878-40DE-9BA4-678924EC1210}" dt="2026-08-18T10:42:32.783" v="448" actId="1076"/>
        <pc:sldMkLst>
          <pc:docMk/>
          <pc:sldMk cId="4139590" sldId="296"/>
        </pc:sldMkLst>
        <pc:spChg chg="mod">
          <ac:chgData name="السكرتارية جمعية طبيبي" userId="fdfcb09f-6876-431b-adab-49a7d2e9632b" providerId="ADAL" clId="{BB1527BC-C878-40DE-9BA4-678924EC1210}" dt="2026-08-18T09:53:06.008" v="195" actId="11530"/>
          <ac:spMkLst>
            <pc:docMk/>
            <pc:sldMk cId="4139590" sldId="296"/>
            <ac:spMk id="4" creationId="{0A95F098-96AD-4507-A70D-C6534A3ED4AD}"/>
          </ac:spMkLst>
        </pc:spChg>
        <pc:spChg chg="mod">
          <ac:chgData name="السكرتارية جمعية طبيبي" userId="fdfcb09f-6876-431b-adab-49a7d2e9632b" providerId="ADAL" clId="{BB1527BC-C878-40DE-9BA4-678924EC1210}" dt="2026-08-18T09:56:46.980" v="220" actId="207"/>
          <ac:spMkLst>
            <pc:docMk/>
            <pc:sldMk cId="4139590" sldId="296"/>
            <ac:spMk id="5" creationId="{683DF13D-EC2A-4469-ABD3-C0071DC0FC62}"/>
          </ac:spMkLst>
        </pc:spChg>
        <pc:picChg chg="del">
          <ac:chgData name="السكرتارية جمعية طبيبي" userId="fdfcb09f-6876-431b-adab-49a7d2e9632b" providerId="ADAL" clId="{BB1527BC-C878-40DE-9BA4-678924EC1210}" dt="2026-08-18T10:37:53.737" v="380" actId="478"/>
          <ac:picMkLst>
            <pc:docMk/>
            <pc:sldMk cId="4139590" sldId="296"/>
            <ac:picMk id="3" creationId="{54ACC3E2-CDCA-46A2-BEBA-A88D61015738}"/>
          </ac:picMkLst>
        </pc:picChg>
        <pc:picChg chg="add mod">
          <ac:chgData name="السكرتارية جمعية طبيبي" userId="fdfcb09f-6876-431b-adab-49a7d2e9632b" providerId="ADAL" clId="{BB1527BC-C878-40DE-9BA4-678924EC1210}" dt="2026-08-18T10:42:32.783" v="448" actId="1076"/>
          <ac:picMkLst>
            <pc:docMk/>
            <pc:sldMk cId="4139590" sldId="296"/>
            <ac:picMk id="6" creationId="{3A572A44-0A3D-4CA1-9EB1-F1D7DCC476B9}"/>
          </ac:picMkLst>
        </pc:picChg>
      </pc:sldChg>
      <pc:sldChg chg="addSp delSp modSp mod setBg">
        <pc:chgData name="السكرتارية جمعية طبيبي" userId="fdfcb09f-6876-431b-adab-49a7d2e9632b" providerId="ADAL" clId="{BB1527BC-C878-40DE-9BA4-678924EC1210}" dt="2026-08-18T10:46:32.531" v="469" actId="14100"/>
        <pc:sldMkLst>
          <pc:docMk/>
          <pc:sldMk cId="2548460264" sldId="298"/>
        </pc:sldMkLst>
        <pc:spChg chg="mod">
          <ac:chgData name="السكرتارية جمعية طبيبي" userId="fdfcb09f-6876-431b-adab-49a7d2e9632b" providerId="ADAL" clId="{BB1527BC-C878-40DE-9BA4-678924EC1210}" dt="2026-08-18T10:42:40.082" v="456" actId="20577"/>
          <ac:spMkLst>
            <pc:docMk/>
            <pc:sldMk cId="2548460264" sldId="298"/>
            <ac:spMk id="4" creationId="{8408DCB4-85A9-466C-A9CE-66096A2D111E}"/>
          </ac:spMkLst>
        </pc:spChg>
        <pc:spChg chg="mod">
          <ac:chgData name="السكرتارية جمعية طبيبي" userId="fdfcb09f-6876-431b-adab-49a7d2e9632b" providerId="ADAL" clId="{BB1527BC-C878-40DE-9BA4-678924EC1210}" dt="2026-08-18T09:56:57.864" v="221" actId="207"/>
          <ac:spMkLst>
            <pc:docMk/>
            <pc:sldMk cId="2548460264" sldId="298"/>
            <ac:spMk id="5" creationId="{393E50F4-8CC7-4666-9DEC-645D4EF585A5}"/>
          </ac:spMkLst>
        </pc:spChg>
        <pc:picChg chg="del">
          <ac:chgData name="السكرتارية جمعية طبيبي" userId="fdfcb09f-6876-431b-adab-49a7d2e9632b" providerId="ADAL" clId="{BB1527BC-C878-40DE-9BA4-678924EC1210}" dt="2026-08-18T10:28:13.807" v="373" actId="21"/>
          <ac:picMkLst>
            <pc:docMk/>
            <pc:sldMk cId="2548460264" sldId="298"/>
            <ac:picMk id="3" creationId="{5A6AACFF-7E87-4CAA-87F6-491721C15996}"/>
          </ac:picMkLst>
        </pc:picChg>
        <pc:picChg chg="add del mod">
          <ac:chgData name="السكرتارية جمعية طبيبي" userId="fdfcb09f-6876-431b-adab-49a7d2e9632b" providerId="ADAL" clId="{BB1527BC-C878-40DE-9BA4-678924EC1210}" dt="2026-08-18T10:42:43.555" v="457" actId="478"/>
          <ac:picMkLst>
            <pc:docMk/>
            <pc:sldMk cId="2548460264" sldId="298"/>
            <ac:picMk id="6" creationId="{57568174-EF56-4A00-97BA-6B9AF4ED2378}"/>
          </ac:picMkLst>
        </pc:picChg>
        <pc:picChg chg="add del mod">
          <ac:chgData name="السكرتارية جمعية طبيبي" userId="fdfcb09f-6876-431b-adab-49a7d2e9632b" providerId="ADAL" clId="{BB1527BC-C878-40DE-9BA4-678924EC1210}" dt="2026-08-18T10:41:25.095" v="417" actId="931"/>
          <ac:picMkLst>
            <pc:docMk/>
            <pc:sldMk cId="2548460264" sldId="298"/>
            <ac:picMk id="8" creationId="{BC5658C7-05F9-4315-AB08-6DE7BA521A28}"/>
          </ac:picMkLst>
        </pc:picChg>
        <pc:picChg chg="add del mod">
          <ac:chgData name="السكرتارية جمعية طبيبي" userId="fdfcb09f-6876-431b-adab-49a7d2e9632b" providerId="ADAL" clId="{BB1527BC-C878-40DE-9BA4-678924EC1210}" dt="2026-08-18T10:46:14.617" v="463" actId="478"/>
          <ac:picMkLst>
            <pc:docMk/>
            <pc:sldMk cId="2548460264" sldId="298"/>
            <ac:picMk id="9" creationId="{3F152BAB-CEDE-431C-B379-0E59E90EE38B}"/>
          </ac:picMkLst>
        </pc:picChg>
        <pc:picChg chg="add mod">
          <ac:chgData name="السكرتارية جمعية طبيبي" userId="fdfcb09f-6876-431b-adab-49a7d2e9632b" providerId="ADAL" clId="{BB1527BC-C878-40DE-9BA4-678924EC1210}" dt="2026-08-18T10:46:32.531" v="469" actId="14100"/>
          <ac:picMkLst>
            <pc:docMk/>
            <pc:sldMk cId="2548460264" sldId="298"/>
            <ac:picMk id="11" creationId="{0D28F72D-83AF-4BCC-9CD7-18A800F70BBA}"/>
          </ac:picMkLst>
        </pc:picChg>
      </pc:sldChg>
      <pc:sldChg chg="modSp mod ord setBg">
        <pc:chgData name="السكرتارية جمعية طبيبي" userId="fdfcb09f-6876-431b-adab-49a7d2e9632b" providerId="ADAL" clId="{BB1527BC-C878-40DE-9BA4-678924EC1210}" dt="2026-08-18T11:55:04.135" v="573" actId="255"/>
        <pc:sldMkLst>
          <pc:docMk/>
          <pc:sldMk cId="3017779293" sldId="299"/>
        </pc:sldMkLst>
        <pc:spChg chg="mod">
          <ac:chgData name="السكرتارية جمعية طبيبي" userId="fdfcb09f-6876-431b-adab-49a7d2e9632b" providerId="ADAL" clId="{BB1527BC-C878-40DE-9BA4-678924EC1210}" dt="2026-08-18T10:20:58.514" v="334" actId="11530"/>
          <ac:spMkLst>
            <pc:docMk/>
            <pc:sldMk cId="3017779293" sldId="299"/>
            <ac:spMk id="2" creationId="{457E3BF0-EFC9-4B26-884A-1B5493B61E39}"/>
          </ac:spMkLst>
        </pc:spChg>
        <pc:spChg chg="mod">
          <ac:chgData name="السكرتارية جمعية طبيبي" userId="fdfcb09f-6876-431b-adab-49a7d2e9632b" providerId="ADAL" clId="{BB1527BC-C878-40DE-9BA4-678924EC1210}" dt="2026-08-18T10:20:50.942" v="333" actId="207"/>
          <ac:spMkLst>
            <pc:docMk/>
            <pc:sldMk cId="3017779293" sldId="299"/>
            <ac:spMk id="3" creationId="{AF1F0414-0ED1-4049-8F36-5E0868F394B5}"/>
          </ac:spMkLst>
        </pc:spChg>
        <pc:spChg chg="mod">
          <ac:chgData name="السكرتارية جمعية طبيبي" userId="fdfcb09f-6876-431b-adab-49a7d2e9632b" providerId="ADAL" clId="{BB1527BC-C878-40DE-9BA4-678924EC1210}" dt="2026-08-18T11:55:04.135" v="573" actId="255"/>
          <ac:spMkLst>
            <pc:docMk/>
            <pc:sldMk cId="3017779293" sldId="299"/>
            <ac:spMk id="4" creationId="{D6394085-64DE-410B-AA00-F179451FE971}"/>
          </ac:spMkLst>
        </pc:spChg>
        <pc:spChg chg="mod">
          <ac:chgData name="السكرتارية جمعية طبيبي" userId="fdfcb09f-6876-431b-adab-49a7d2e9632b" providerId="ADAL" clId="{BB1527BC-C878-40DE-9BA4-678924EC1210}" dt="2026-08-18T10:21:01.375" v="335" actId="207"/>
          <ac:spMkLst>
            <pc:docMk/>
            <pc:sldMk cId="3017779293" sldId="299"/>
            <ac:spMk id="7" creationId="{2E12B9C2-9854-44EC-83F9-2F5589AC0159}"/>
          </ac:spMkLst>
        </pc:spChg>
      </pc:sldChg>
      <pc:sldChg chg="modSp mod setBg">
        <pc:chgData name="السكرتارية جمعية طبيبي" userId="fdfcb09f-6876-431b-adab-49a7d2e9632b" providerId="ADAL" clId="{BB1527BC-C878-40DE-9BA4-678924EC1210}" dt="2026-08-19T08:54:53.771" v="636" actId="20577"/>
        <pc:sldMkLst>
          <pc:docMk/>
          <pc:sldMk cId="881040931" sldId="300"/>
        </pc:sldMkLst>
        <pc:spChg chg="mod">
          <ac:chgData name="السكرتارية جمعية طبيبي" userId="fdfcb09f-6876-431b-adab-49a7d2e9632b" providerId="ADAL" clId="{BB1527BC-C878-40DE-9BA4-678924EC1210}" dt="2026-08-18T09:56:13.446" v="217" actId="11530"/>
          <ac:spMkLst>
            <pc:docMk/>
            <pc:sldMk cId="881040931" sldId="300"/>
            <ac:spMk id="2" creationId="{33CFA563-D1A6-4CCC-A19A-26229CCC2E62}"/>
          </ac:spMkLst>
        </pc:spChg>
        <pc:graphicFrameChg chg="modGraphic">
          <ac:chgData name="السكرتارية جمعية طبيبي" userId="fdfcb09f-6876-431b-adab-49a7d2e9632b" providerId="ADAL" clId="{BB1527BC-C878-40DE-9BA4-678924EC1210}" dt="2026-08-19T08:54:53.771" v="636" actId="20577"/>
          <ac:graphicFrameMkLst>
            <pc:docMk/>
            <pc:sldMk cId="881040931" sldId="300"/>
            <ac:graphicFrameMk id="3" creationId="{C3E9A000-DD7C-4FAC-B0A8-50FA40046268}"/>
          </ac:graphicFrameMkLst>
        </pc:graphicFrameChg>
      </pc:sldChg>
      <pc:sldChg chg="addSp delSp modSp new mod setBg">
        <pc:chgData name="السكرتارية جمعية طبيبي" userId="fdfcb09f-6876-431b-adab-49a7d2e9632b" providerId="ADAL" clId="{BB1527BC-C878-40DE-9BA4-678924EC1210}" dt="2026-08-18T10:44:47.414" v="462" actId="1076"/>
        <pc:sldMkLst>
          <pc:docMk/>
          <pc:sldMk cId="1331737584" sldId="301"/>
        </pc:sldMkLst>
        <pc:spChg chg="add mod">
          <ac:chgData name="السكرتارية جمعية طبيبي" userId="fdfcb09f-6876-431b-adab-49a7d2e9632b" providerId="ADAL" clId="{BB1527BC-C878-40DE-9BA4-678924EC1210}" dt="2026-08-18T09:57:16.320" v="223" actId="207"/>
          <ac:spMkLst>
            <pc:docMk/>
            <pc:sldMk cId="1331737584" sldId="301"/>
            <ac:spMk id="2" creationId="{AFBB5CB5-A5B8-45C3-8B3B-DC8CA9AC3859}"/>
          </ac:spMkLst>
        </pc:spChg>
        <pc:spChg chg="add mod">
          <ac:chgData name="السكرتارية جمعية طبيبي" userId="fdfcb09f-6876-431b-adab-49a7d2e9632b" providerId="ADAL" clId="{BB1527BC-C878-40DE-9BA4-678924EC1210}" dt="2026-08-18T09:57:38.688" v="225" actId="11530"/>
          <ac:spMkLst>
            <pc:docMk/>
            <pc:sldMk cId="1331737584" sldId="301"/>
            <ac:spMk id="3" creationId="{8F424E21-5252-4A60-AC4C-A4740E76A417}"/>
          </ac:spMkLst>
        </pc:spChg>
        <pc:picChg chg="add del mod">
          <ac:chgData name="السكرتارية جمعية طبيبي" userId="fdfcb09f-6876-431b-adab-49a7d2e9632b" providerId="ADAL" clId="{BB1527BC-C878-40DE-9BA4-678924EC1210}" dt="2026-08-18T10:44:36.453" v="459" actId="478"/>
          <ac:picMkLst>
            <pc:docMk/>
            <pc:sldMk cId="1331737584" sldId="301"/>
            <ac:picMk id="5" creationId="{648A40BD-DF88-457A-BFB1-8E506347D9EE}"/>
          </ac:picMkLst>
        </pc:picChg>
        <pc:picChg chg="add mod">
          <ac:chgData name="السكرتارية جمعية طبيبي" userId="fdfcb09f-6876-431b-adab-49a7d2e9632b" providerId="ADAL" clId="{BB1527BC-C878-40DE-9BA4-678924EC1210}" dt="2026-08-18T10:44:47.414" v="462" actId="1076"/>
          <ac:picMkLst>
            <pc:docMk/>
            <pc:sldMk cId="1331737584" sldId="301"/>
            <ac:picMk id="7" creationId="{E3ECAFFD-6EEA-4D09-977A-16D61B1FC7DA}"/>
          </ac:picMkLst>
        </pc:picChg>
      </pc:sldChg>
      <pc:sldChg chg="addSp delSp modSp new mod">
        <pc:chgData name="السكرتارية جمعية طبيبي" userId="fdfcb09f-6876-431b-adab-49a7d2e9632b" providerId="ADAL" clId="{BB1527BC-C878-40DE-9BA4-678924EC1210}" dt="2026-08-19T09:10:56.986" v="641" actId="14100"/>
        <pc:sldMkLst>
          <pc:docMk/>
          <pc:sldMk cId="941450679" sldId="302"/>
        </pc:sldMkLst>
        <pc:spChg chg="add mod">
          <ac:chgData name="السكرتارية جمعية طبيبي" userId="fdfcb09f-6876-431b-adab-49a7d2e9632b" providerId="ADAL" clId="{BB1527BC-C878-40DE-9BA4-678924EC1210}" dt="2026-08-19T08:53:01.391" v="592"/>
          <ac:spMkLst>
            <pc:docMk/>
            <pc:sldMk cId="941450679" sldId="302"/>
            <ac:spMk id="2" creationId="{39741901-E456-455E-97AB-21D32812690C}"/>
          </ac:spMkLst>
        </pc:spChg>
        <pc:spChg chg="add mod">
          <ac:chgData name="السكرتارية جمعية طبيبي" userId="fdfcb09f-6876-431b-adab-49a7d2e9632b" providerId="ADAL" clId="{BB1527BC-C878-40DE-9BA4-678924EC1210}" dt="2026-08-19T08:53:06.046" v="593"/>
          <ac:spMkLst>
            <pc:docMk/>
            <pc:sldMk cId="941450679" sldId="302"/>
            <ac:spMk id="3" creationId="{96DAAC6D-A803-4998-ABF0-33E26076591D}"/>
          </ac:spMkLst>
        </pc:spChg>
        <pc:picChg chg="add del mod">
          <ac:chgData name="السكرتارية جمعية طبيبي" userId="fdfcb09f-6876-431b-adab-49a7d2e9632b" providerId="ADAL" clId="{BB1527BC-C878-40DE-9BA4-678924EC1210}" dt="2026-08-19T09:10:00.410" v="637" actId="478"/>
          <ac:picMkLst>
            <pc:docMk/>
            <pc:sldMk cId="941450679" sldId="302"/>
            <ac:picMk id="5" creationId="{BCAFF4AF-E889-41B6-9442-30B7AD7DC341}"/>
          </ac:picMkLst>
        </pc:picChg>
        <pc:picChg chg="add mod">
          <ac:chgData name="السكرتارية جمعية طبيبي" userId="fdfcb09f-6876-431b-adab-49a7d2e9632b" providerId="ADAL" clId="{BB1527BC-C878-40DE-9BA4-678924EC1210}" dt="2026-08-19T09:10:56.986" v="641" actId="14100"/>
          <ac:picMkLst>
            <pc:docMk/>
            <pc:sldMk cId="941450679" sldId="302"/>
            <ac:picMk id="7" creationId="{E557AD8E-74BF-4BA6-B7E9-3AF8E26EE761}"/>
          </ac:picMkLst>
        </pc:picChg>
      </pc:sldChg>
    </pc:docChg>
  </pc:docChgLst>
  <pc:docChgLst>
    <pc:chgData name="السكرتارية جمعية طبيبي" userId="fdfcb09f-6876-431b-adab-49a7d2e9632b" providerId="ADAL" clId="{4C865D98-717B-406A-BF4A-59D02B7B6D79}"/>
    <pc:docChg chg="undo custSel addSld delSld modSld sldOrd">
      <pc:chgData name="السكرتارية جمعية طبيبي" userId="fdfcb09f-6876-431b-adab-49a7d2e9632b" providerId="ADAL" clId="{4C865D98-717B-406A-BF4A-59D02B7B6D79}" dt="2026-08-17T05:45:35.168" v="551" actId="20577"/>
      <pc:docMkLst>
        <pc:docMk/>
      </pc:docMkLst>
      <pc:sldChg chg="modSp mod">
        <pc:chgData name="السكرتارية جمعية طبيبي" userId="fdfcb09f-6876-431b-adab-49a7d2e9632b" providerId="ADAL" clId="{4C865D98-717B-406A-BF4A-59D02B7B6D79}" dt="2026-08-17T05:45:35.168" v="551" actId="20577"/>
        <pc:sldMkLst>
          <pc:docMk/>
          <pc:sldMk cId="0" sldId="258"/>
        </pc:sldMkLst>
        <pc:spChg chg="mod">
          <ac:chgData name="السكرتارية جمعية طبيبي" userId="fdfcb09f-6876-431b-adab-49a7d2e9632b" providerId="ADAL" clId="{4C865D98-717B-406A-BF4A-59D02B7B6D79}" dt="2026-08-17T05:45:35.168" v="551" actId="20577"/>
          <ac:spMkLst>
            <pc:docMk/>
            <pc:sldMk cId="0" sldId="258"/>
            <ac:spMk id="5" creationId="{00000000-0000-0000-0000-000000000000}"/>
          </ac:spMkLst>
        </pc:spChg>
        <pc:spChg chg="mod">
          <ac:chgData name="السكرتارية جمعية طبيبي" userId="fdfcb09f-6876-431b-adab-49a7d2e9632b" providerId="ADAL" clId="{4C865D98-717B-406A-BF4A-59D02B7B6D79}" dt="2026-08-16T12:01:01.629" v="207" actId="20577"/>
          <ac:spMkLst>
            <pc:docMk/>
            <pc:sldMk cId="0" sldId="258"/>
            <ac:spMk id="7" creationId="{00000000-0000-0000-0000-000000000000}"/>
          </ac:spMkLst>
        </pc:spChg>
      </pc:sldChg>
      <pc:sldChg chg="modSp mod">
        <pc:chgData name="السكرتارية جمعية طبيبي" userId="fdfcb09f-6876-431b-adab-49a7d2e9632b" providerId="ADAL" clId="{4C865D98-717B-406A-BF4A-59D02B7B6D79}" dt="2026-08-16T12:12:48.571" v="326" actId="20577"/>
        <pc:sldMkLst>
          <pc:docMk/>
          <pc:sldMk cId="0" sldId="259"/>
        </pc:sldMkLst>
        <pc:spChg chg="mod">
          <ac:chgData name="السكرتارية جمعية طبيبي" userId="fdfcb09f-6876-431b-adab-49a7d2e9632b" providerId="ADAL" clId="{4C865D98-717B-406A-BF4A-59D02B7B6D79}" dt="2026-08-16T12:12:48.571" v="326" actId="20577"/>
          <ac:spMkLst>
            <pc:docMk/>
            <pc:sldMk cId="0" sldId="259"/>
            <ac:spMk id="9" creationId="{00000000-0000-0000-0000-000000000000}"/>
          </ac:spMkLst>
        </pc:spChg>
      </pc:sldChg>
      <pc:sldChg chg="addSp delSp modSp mod">
        <pc:chgData name="السكرتارية جمعية طبيبي" userId="fdfcb09f-6876-431b-adab-49a7d2e9632b" providerId="ADAL" clId="{4C865D98-717B-406A-BF4A-59D02B7B6D79}" dt="2026-08-17T05:22:33.830" v="379" actId="1076"/>
        <pc:sldMkLst>
          <pc:docMk/>
          <pc:sldMk cId="0" sldId="261"/>
        </pc:sldMkLst>
        <pc:graphicFrameChg chg="del mod modGraphic">
          <ac:chgData name="السكرتارية جمعية طبيبي" userId="fdfcb09f-6876-431b-adab-49a7d2e9632b" providerId="ADAL" clId="{4C865D98-717B-406A-BF4A-59D02B7B6D79}" dt="2026-08-17T05:20:49.095" v="377" actId="21"/>
          <ac:graphicFrameMkLst>
            <pc:docMk/>
            <pc:sldMk cId="0" sldId="261"/>
            <ac:graphicFrameMk id="7" creationId="{00000000-0000-0000-0000-000000000000}"/>
          </ac:graphicFrameMkLst>
        </pc:graphicFrameChg>
        <pc:picChg chg="add mod">
          <ac:chgData name="السكرتارية جمعية طبيبي" userId="fdfcb09f-6876-431b-adab-49a7d2e9632b" providerId="ADAL" clId="{4C865D98-717B-406A-BF4A-59D02B7B6D79}" dt="2026-08-17T05:22:33.830" v="379" actId="1076"/>
          <ac:picMkLst>
            <pc:docMk/>
            <pc:sldMk cId="0" sldId="261"/>
            <ac:picMk id="9" creationId="{1F05DC1C-CB8F-4AAF-9B65-8EF13C04B915}"/>
          </ac:picMkLst>
        </pc:picChg>
      </pc:sldChg>
      <pc:sldChg chg="modSp mod">
        <pc:chgData name="السكرتارية جمعية طبيبي" userId="fdfcb09f-6876-431b-adab-49a7d2e9632b" providerId="ADAL" clId="{4C865D98-717B-406A-BF4A-59D02B7B6D79}" dt="2026-08-17T05:43:29.679" v="545" actId="20577"/>
        <pc:sldMkLst>
          <pc:docMk/>
          <pc:sldMk cId="0" sldId="262"/>
        </pc:sldMkLst>
        <pc:spChg chg="mod">
          <ac:chgData name="السكرتارية جمعية طبيبي" userId="fdfcb09f-6876-431b-adab-49a7d2e9632b" providerId="ADAL" clId="{4C865D98-717B-406A-BF4A-59D02B7B6D79}" dt="2026-08-17T05:43:29.679" v="545" actId="20577"/>
          <ac:spMkLst>
            <pc:docMk/>
            <pc:sldMk cId="0" sldId="262"/>
            <ac:spMk id="6" creationId="{00000000-0000-0000-0000-000000000000}"/>
          </ac:spMkLst>
        </pc:spChg>
      </pc:sldChg>
      <pc:sldChg chg="addSp delSp modSp mod">
        <pc:chgData name="السكرتارية جمعية طبيبي" userId="fdfcb09f-6876-431b-adab-49a7d2e9632b" providerId="ADAL" clId="{4C865D98-717B-406A-BF4A-59D02B7B6D79}" dt="2026-08-17T05:42:23.158" v="532" actId="1076"/>
        <pc:sldMkLst>
          <pc:docMk/>
          <pc:sldMk cId="0" sldId="263"/>
        </pc:sldMkLst>
        <pc:picChg chg="add mod">
          <ac:chgData name="السكرتارية جمعية طبيبي" userId="fdfcb09f-6876-431b-adab-49a7d2e9632b" providerId="ADAL" clId="{4C865D98-717B-406A-BF4A-59D02B7B6D79}" dt="2026-08-17T05:42:23.158" v="532" actId="1076"/>
          <ac:picMkLst>
            <pc:docMk/>
            <pc:sldMk cId="0" sldId="263"/>
            <ac:picMk id="9" creationId="{1DDA5896-2661-49A8-B094-30018EED03B3}"/>
          </ac:picMkLst>
        </pc:picChg>
        <pc:picChg chg="del">
          <ac:chgData name="السكرتارية جمعية طبيبي" userId="fdfcb09f-6876-431b-adab-49a7d2e9632b" providerId="ADAL" clId="{4C865D98-717B-406A-BF4A-59D02B7B6D79}" dt="2026-08-17T05:41:53.152" v="528" actId="21"/>
          <ac:picMkLst>
            <pc:docMk/>
            <pc:sldMk cId="0" sldId="263"/>
            <ac:picMk id="21" creationId="{1766399F-B9FB-418E-8CF8-407C0E636E69}"/>
          </ac:picMkLst>
        </pc:picChg>
      </pc:sldChg>
      <pc:sldChg chg="addSp delSp modSp mod">
        <pc:chgData name="السكرتارية جمعية طبيبي" userId="fdfcb09f-6876-431b-adab-49a7d2e9632b" providerId="ADAL" clId="{4C865D98-717B-406A-BF4A-59D02B7B6D79}" dt="2026-08-17T05:24:24.380" v="385" actId="1076"/>
        <pc:sldMkLst>
          <pc:docMk/>
          <pc:sldMk cId="0" sldId="264"/>
        </pc:sldMkLst>
        <pc:graphicFrameChg chg="del">
          <ac:chgData name="السكرتارية جمعية طبيبي" userId="fdfcb09f-6876-431b-adab-49a7d2e9632b" providerId="ADAL" clId="{4C865D98-717B-406A-BF4A-59D02B7B6D79}" dt="2026-08-17T05:23:10.866" v="380" actId="21"/>
          <ac:graphicFrameMkLst>
            <pc:docMk/>
            <pc:sldMk cId="0" sldId="264"/>
            <ac:graphicFrameMk id="12" creationId="{00000000-0000-0000-0000-000000000000}"/>
          </ac:graphicFrameMkLst>
        </pc:graphicFrameChg>
        <pc:picChg chg="add mod">
          <ac:chgData name="السكرتارية جمعية طبيبي" userId="fdfcb09f-6876-431b-adab-49a7d2e9632b" providerId="ADAL" clId="{4C865D98-717B-406A-BF4A-59D02B7B6D79}" dt="2026-08-17T05:24:24.380" v="385" actId="1076"/>
          <ac:picMkLst>
            <pc:docMk/>
            <pc:sldMk cId="0" sldId="264"/>
            <ac:picMk id="17" creationId="{4CFC4D2A-8C9C-4D57-ABF2-EFE93790A347}"/>
          </ac:picMkLst>
        </pc:picChg>
      </pc:sldChg>
      <pc:sldChg chg="addSp delSp modSp mod">
        <pc:chgData name="السكرتارية جمعية طبيبي" userId="fdfcb09f-6876-431b-adab-49a7d2e9632b" providerId="ADAL" clId="{4C865D98-717B-406A-BF4A-59D02B7B6D79}" dt="2026-08-17T05:39:28.991" v="527" actId="1076"/>
        <pc:sldMkLst>
          <pc:docMk/>
          <pc:sldMk cId="0" sldId="265"/>
        </pc:sldMkLst>
        <pc:spChg chg="del mod">
          <ac:chgData name="السكرتارية جمعية طبيبي" userId="fdfcb09f-6876-431b-adab-49a7d2e9632b" providerId="ADAL" clId="{4C865D98-717B-406A-BF4A-59D02B7B6D79}" dt="2026-08-17T05:38:34.406" v="509" actId="21"/>
          <ac:spMkLst>
            <pc:docMk/>
            <pc:sldMk cId="0" sldId="265"/>
            <ac:spMk id="5" creationId="{00000000-0000-0000-0000-000000000000}"/>
          </ac:spMkLst>
        </pc:spChg>
        <pc:spChg chg="del mod">
          <ac:chgData name="السكرتارية جمعية طبيبي" userId="fdfcb09f-6876-431b-adab-49a7d2e9632b" providerId="ADAL" clId="{4C865D98-717B-406A-BF4A-59D02B7B6D79}" dt="2026-08-17T05:38:37.932" v="510" actId="478"/>
          <ac:spMkLst>
            <pc:docMk/>
            <pc:sldMk cId="0" sldId="265"/>
            <ac:spMk id="6" creationId="{00000000-0000-0000-0000-000000000000}"/>
          </ac:spMkLst>
        </pc:spChg>
        <pc:spChg chg="mod">
          <ac:chgData name="السكرتارية جمعية طبيبي" userId="fdfcb09f-6876-431b-adab-49a7d2e9632b" providerId="ADAL" clId="{4C865D98-717B-406A-BF4A-59D02B7B6D79}" dt="2026-08-17T05:39:28.991" v="527" actId="1076"/>
          <ac:spMkLst>
            <pc:docMk/>
            <pc:sldMk cId="0" sldId="265"/>
            <ac:spMk id="8" creationId="{00000000-0000-0000-0000-000000000000}"/>
          </ac:spMkLst>
        </pc:spChg>
        <pc:spChg chg="mod">
          <ac:chgData name="السكرتارية جمعية طبيبي" userId="fdfcb09f-6876-431b-adab-49a7d2e9632b" providerId="ADAL" clId="{4C865D98-717B-406A-BF4A-59D02B7B6D79}" dt="2026-08-17T05:37:35.817" v="465" actId="1076"/>
          <ac:spMkLst>
            <pc:docMk/>
            <pc:sldMk cId="0" sldId="265"/>
            <ac:spMk id="11" creationId="{00000000-0000-0000-0000-000000000000}"/>
          </ac:spMkLst>
        </pc:spChg>
        <pc:spChg chg="mod">
          <ac:chgData name="السكرتارية جمعية طبيبي" userId="fdfcb09f-6876-431b-adab-49a7d2e9632b" providerId="ADAL" clId="{4C865D98-717B-406A-BF4A-59D02B7B6D79}" dt="2026-08-17T05:37:43.745" v="466" actId="1076"/>
          <ac:spMkLst>
            <pc:docMk/>
            <pc:sldMk cId="0" sldId="265"/>
            <ac:spMk id="12" creationId="{00000000-0000-0000-0000-000000000000}"/>
          </ac:spMkLst>
        </pc:spChg>
        <pc:spChg chg="add mod">
          <ac:chgData name="السكرتارية جمعية طبيبي" userId="fdfcb09f-6876-431b-adab-49a7d2e9632b" providerId="ADAL" clId="{4C865D98-717B-406A-BF4A-59D02B7B6D79}" dt="2026-08-17T05:39:22.714" v="526" actId="113"/>
          <ac:spMkLst>
            <pc:docMk/>
            <pc:sldMk cId="0" sldId="265"/>
            <ac:spMk id="23" creationId="{E0E2F4FA-0417-4B9E-B447-C6D6153CA07A}"/>
          </ac:spMkLst>
        </pc:spChg>
      </pc:sldChg>
      <pc:sldChg chg="modSp mod">
        <pc:chgData name="السكرتارية جمعية طبيبي" userId="fdfcb09f-6876-431b-adab-49a7d2e9632b" providerId="ADAL" clId="{4C865D98-717B-406A-BF4A-59D02B7B6D79}" dt="2026-08-16T06:32:47.954" v="127" actId="20577"/>
        <pc:sldMkLst>
          <pc:docMk/>
          <pc:sldMk cId="0" sldId="266"/>
        </pc:sldMkLst>
        <pc:spChg chg="mod">
          <ac:chgData name="السكرتارية جمعية طبيبي" userId="fdfcb09f-6876-431b-adab-49a7d2e9632b" providerId="ADAL" clId="{4C865D98-717B-406A-BF4A-59D02B7B6D79}" dt="2026-08-16T06:32:47.954" v="127" actId="20577"/>
          <ac:spMkLst>
            <pc:docMk/>
            <pc:sldMk cId="0" sldId="266"/>
            <ac:spMk id="31" creationId="{00000000-0000-0000-0000-000000000000}"/>
          </ac:spMkLst>
        </pc:spChg>
      </pc:sldChg>
      <pc:sldChg chg="modSp mod">
        <pc:chgData name="السكرتارية جمعية طبيبي" userId="fdfcb09f-6876-431b-adab-49a7d2e9632b" providerId="ADAL" clId="{4C865D98-717B-406A-BF4A-59D02B7B6D79}" dt="2026-08-16T06:32:25.700" v="100" actId="12"/>
        <pc:sldMkLst>
          <pc:docMk/>
          <pc:sldMk cId="0" sldId="270"/>
        </pc:sldMkLst>
        <pc:spChg chg="mod">
          <ac:chgData name="السكرتارية جمعية طبيبي" userId="fdfcb09f-6876-431b-adab-49a7d2e9632b" providerId="ADAL" clId="{4C865D98-717B-406A-BF4A-59D02B7B6D79}" dt="2026-08-16T06:32:25.700" v="100" actId="12"/>
          <ac:spMkLst>
            <pc:docMk/>
            <pc:sldMk cId="0" sldId="270"/>
            <ac:spMk id="34" creationId="{D342E4AA-20B2-4AC0-871E-9CB4C0E183CD}"/>
          </ac:spMkLst>
        </pc:spChg>
      </pc:sldChg>
      <pc:sldChg chg="modSp mod">
        <pc:chgData name="السكرتارية جمعية طبيبي" userId="fdfcb09f-6876-431b-adab-49a7d2e9632b" providerId="ADAL" clId="{4C865D98-717B-406A-BF4A-59D02B7B6D79}" dt="2026-08-16T06:29:36.054" v="82" actId="12"/>
        <pc:sldMkLst>
          <pc:docMk/>
          <pc:sldMk cId="0" sldId="275"/>
        </pc:sldMkLst>
        <pc:spChg chg="mod">
          <ac:chgData name="السكرتارية جمعية طبيبي" userId="fdfcb09f-6876-431b-adab-49a7d2e9632b" providerId="ADAL" clId="{4C865D98-717B-406A-BF4A-59D02B7B6D79}" dt="2026-08-16T06:29:36.054" v="82" actId="12"/>
          <ac:spMkLst>
            <pc:docMk/>
            <pc:sldMk cId="0" sldId="275"/>
            <ac:spMk id="27" creationId="{965518B4-AE55-4F90-9A7D-4B9E6B41EC0B}"/>
          </ac:spMkLst>
        </pc:spChg>
      </pc:sldChg>
      <pc:sldChg chg="del">
        <pc:chgData name="السكرتارية جمعية طبيبي" userId="fdfcb09f-6876-431b-adab-49a7d2e9632b" providerId="ADAL" clId="{4C865D98-717B-406A-BF4A-59D02B7B6D79}" dt="2026-08-16T06:19:53.092" v="0" actId="2696"/>
        <pc:sldMkLst>
          <pc:docMk/>
          <pc:sldMk cId="587497010" sldId="278"/>
        </pc:sldMkLst>
      </pc:sldChg>
      <pc:sldChg chg="del">
        <pc:chgData name="السكرتارية جمعية طبيبي" userId="fdfcb09f-6876-431b-adab-49a7d2e9632b" providerId="ADAL" clId="{4C865D98-717B-406A-BF4A-59D02B7B6D79}" dt="2026-08-16T06:19:56.121" v="1" actId="2696"/>
        <pc:sldMkLst>
          <pc:docMk/>
          <pc:sldMk cId="4033269835" sldId="279"/>
        </pc:sldMkLst>
      </pc:sldChg>
      <pc:sldChg chg="del">
        <pc:chgData name="السكرتارية جمعية طبيبي" userId="fdfcb09f-6876-431b-adab-49a7d2e9632b" providerId="ADAL" clId="{4C865D98-717B-406A-BF4A-59D02B7B6D79}" dt="2026-08-16T06:19:57.686" v="2" actId="2696"/>
        <pc:sldMkLst>
          <pc:docMk/>
          <pc:sldMk cId="2055659513" sldId="280"/>
        </pc:sldMkLst>
      </pc:sldChg>
      <pc:sldChg chg="del">
        <pc:chgData name="السكرتارية جمعية طبيبي" userId="fdfcb09f-6876-431b-adab-49a7d2e9632b" providerId="ADAL" clId="{4C865D98-717B-406A-BF4A-59D02B7B6D79}" dt="2026-08-16T06:20:00.847" v="3" actId="2696"/>
        <pc:sldMkLst>
          <pc:docMk/>
          <pc:sldMk cId="719424292" sldId="281"/>
        </pc:sldMkLst>
      </pc:sldChg>
      <pc:sldChg chg="del">
        <pc:chgData name="السكرتارية جمعية طبيبي" userId="fdfcb09f-6876-431b-adab-49a7d2e9632b" providerId="ADAL" clId="{4C865D98-717B-406A-BF4A-59D02B7B6D79}" dt="2026-08-16T06:20:03.246" v="4" actId="2696"/>
        <pc:sldMkLst>
          <pc:docMk/>
          <pc:sldMk cId="2902902787" sldId="282"/>
        </pc:sldMkLst>
      </pc:sldChg>
      <pc:sldChg chg="del">
        <pc:chgData name="السكرتارية جمعية طبيبي" userId="fdfcb09f-6876-431b-adab-49a7d2e9632b" providerId="ADAL" clId="{4C865D98-717B-406A-BF4A-59D02B7B6D79}" dt="2026-08-16T06:20:06.174" v="5" actId="2696"/>
        <pc:sldMkLst>
          <pc:docMk/>
          <pc:sldMk cId="2422170063" sldId="283"/>
        </pc:sldMkLst>
      </pc:sldChg>
      <pc:sldChg chg="addSp delSp modSp add del mod">
        <pc:chgData name="السكرتارية جمعية طبيبي" userId="fdfcb09f-6876-431b-adab-49a7d2e9632b" providerId="ADAL" clId="{4C865D98-717B-406A-BF4A-59D02B7B6D79}" dt="2026-08-17T05:31:58.398" v="389" actId="1076"/>
        <pc:sldMkLst>
          <pc:docMk/>
          <pc:sldMk cId="3842385963" sldId="284"/>
        </pc:sldMkLst>
        <pc:spChg chg="add del mod">
          <ac:chgData name="السكرتارية جمعية طبيبي" userId="fdfcb09f-6876-431b-adab-49a7d2e9632b" providerId="ADAL" clId="{4C865D98-717B-406A-BF4A-59D02B7B6D79}" dt="2026-08-16T06:27:24.904" v="54" actId="115"/>
          <ac:spMkLst>
            <pc:docMk/>
            <pc:sldMk cId="3842385963" sldId="284"/>
            <ac:spMk id="3" creationId="{E57216B6-CFD7-4B71-A56E-2B934423E6C7}"/>
          </ac:spMkLst>
        </pc:spChg>
        <pc:spChg chg="add del mod">
          <ac:chgData name="السكرتارية جمعية طبيبي" userId="fdfcb09f-6876-431b-adab-49a7d2e9632b" providerId="ADAL" clId="{4C865D98-717B-406A-BF4A-59D02B7B6D79}" dt="2026-08-16T06:23:45.319" v="27"/>
          <ac:spMkLst>
            <pc:docMk/>
            <pc:sldMk cId="3842385963" sldId="284"/>
            <ac:spMk id="4" creationId="{5FFFB1A5-499A-4363-B57C-E6E406A26AC7}"/>
          </ac:spMkLst>
        </pc:spChg>
        <pc:spChg chg="add del mod">
          <ac:chgData name="السكرتارية جمعية طبيبي" userId="fdfcb09f-6876-431b-adab-49a7d2e9632b" providerId="ADAL" clId="{4C865D98-717B-406A-BF4A-59D02B7B6D79}" dt="2026-08-16T06:27:26.983" v="56"/>
          <ac:spMkLst>
            <pc:docMk/>
            <pc:sldMk cId="3842385963" sldId="284"/>
            <ac:spMk id="9" creationId="{9BD30F23-ED60-49F3-9FBC-FD3A5EBDB1FA}"/>
          </ac:spMkLst>
        </pc:spChg>
        <pc:graphicFrameChg chg="add del mod">
          <ac:chgData name="السكرتارية جمعية طبيبي" userId="fdfcb09f-6876-431b-adab-49a7d2e9632b" providerId="ADAL" clId="{4C865D98-717B-406A-BF4A-59D02B7B6D79}" dt="2026-08-16T06:23:45.319" v="27"/>
          <ac:graphicFrameMkLst>
            <pc:docMk/>
            <pc:sldMk cId="3842385963" sldId="284"/>
            <ac:graphicFrameMk id="2" creationId="{B5CD0AEC-DB43-4F42-8658-55E0D62BE1F9}"/>
          </ac:graphicFrameMkLst>
        </pc:graphicFrameChg>
        <pc:graphicFrameChg chg="add mod modGraphic">
          <ac:chgData name="السكرتارية جمعية طبيبي" userId="fdfcb09f-6876-431b-adab-49a7d2e9632b" providerId="ADAL" clId="{4C865D98-717B-406A-BF4A-59D02B7B6D79}" dt="2026-08-17T05:31:58.398" v="389" actId="1076"/>
          <ac:graphicFrameMkLst>
            <pc:docMk/>
            <pc:sldMk cId="3842385963" sldId="284"/>
            <ac:graphicFrameMk id="8" creationId="{27847AEC-6162-499D-84B4-B73354E8A245}"/>
          </ac:graphicFrameMkLst>
        </pc:graphicFrameChg>
      </pc:sldChg>
      <pc:sldChg chg="delSp modSp del mod">
        <pc:chgData name="السكرتارية جمعية طبيبي" userId="fdfcb09f-6876-431b-adab-49a7d2e9632b" providerId="ADAL" clId="{4C865D98-717B-406A-BF4A-59D02B7B6D79}" dt="2026-08-17T05:31:37.248" v="388" actId="2696"/>
        <pc:sldMkLst>
          <pc:docMk/>
          <pc:sldMk cId="494367479" sldId="285"/>
        </pc:sldMkLst>
        <pc:spChg chg="del">
          <ac:chgData name="السكرتارية جمعية طبيبي" userId="fdfcb09f-6876-431b-adab-49a7d2e9632b" providerId="ADAL" clId="{4C865D98-717B-406A-BF4A-59D02B7B6D79}" dt="2026-08-16T06:30:00.419" v="84" actId="478"/>
          <ac:spMkLst>
            <pc:docMk/>
            <pc:sldMk cId="494367479" sldId="285"/>
            <ac:spMk id="5" creationId="{1005CA03-CC42-45A3-9273-5A1A7022CD22}"/>
          </ac:spMkLst>
        </pc:spChg>
        <pc:graphicFrameChg chg="del mod">
          <ac:chgData name="السكرتارية جمعية طبيبي" userId="fdfcb09f-6876-431b-adab-49a7d2e9632b" providerId="ADAL" clId="{4C865D98-717B-406A-BF4A-59D02B7B6D79}" dt="2026-08-17T05:31:22.966" v="387" actId="21"/>
          <ac:graphicFrameMkLst>
            <pc:docMk/>
            <pc:sldMk cId="494367479" sldId="285"/>
            <ac:graphicFrameMk id="4" creationId="{D668DD17-FFE4-43FE-9DA3-2AFDDB84C58F}"/>
          </ac:graphicFrameMkLst>
        </pc:graphicFrameChg>
      </pc:sldChg>
      <pc:sldChg chg="del">
        <pc:chgData name="السكرتارية جمعية طبيبي" userId="fdfcb09f-6876-431b-adab-49a7d2e9632b" providerId="ADAL" clId="{4C865D98-717B-406A-BF4A-59D02B7B6D79}" dt="2026-08-16T06:29:49.534" v="83" actId="2696"/>
        <pc:sldMkLst>
          <pc:docMk/>
          <pc:sldMk cId="1144534875" sldId="286"/>
        </pc:sldMkLst>
      </pc:sldChg>
      <pc:sldChg chg="addSp delSp modSp mod">
        <pc:chgData name="السكرتارية جمعية طبيبي" userId="fdfcb09f-6876-431b-adab-49a7d2e9632b" providerId="ADAL" clId="{4C865D98-717B-406A-BF4A-59D02B7B6D79}" dt="2026-08-17T05:15:33.342" v="375" actId="12"/>
        <pc:sldMkLst>
          <pc:docMk/>
          <pc:sldMk cId="3623338725" sldId="287"/>
        </pc:sldMkLst>
        <pc:spChg chg="add del mod">
          <ac:chgData name="السكرتارية جمعية طبيبي" userId="fdfcb09f-6876-431b-adab-49a7d2e9632b" providerId="ADAL" clId="{4C865D98-717B-406A-BF4A-59D02B7B6D79}" dt="2026-08-17T05:15:33.342" v="375" actId="12"/>
          <ac:spMkLst>
            <pc:docMk/>
            <pc:sldMk cId="3623338725" sldId="287"/>
            <ac:spMk id="4" creationId="{EC20D2D5-47AB-4B5F-AA40-7BCB65AF022A}"/>
          </ac:spMkLst>
        </pc:spChg>
        <pc:spChg chg="add del mod">
          <ac:chgData name="السكرتارية جمعية طبيبي" userId="fdfcb09f-6876-431b-adab-49a7d2e9632b" providerId="ADAL" clId="{4C865D98-717B-406A-BF4A-59D02B7B6D79}" dt="2026-08-16T11:22:48.147" v="149"/>
          <ac:spMkLst>
            <pc:docMk/>
            <pc:sldMk cId="3623338725" sldId="287"/>
            <ac:spMk id="6" creationId="{7CD96173-A25B-41E5-B27D-43175DF3FC2C}"/>
          </ac:spMkLst>
        </pc:spChg>
        <pc:spChg chg="del">
          <ac:chgData name="السكرتارية جمعية طبيبي" userId="fdfcb09f-6876-431b-adab-49a7d2e9632b" providerId="ADAL" clId="{4C865D98-717B-406A-BF4A-59D02B7B6D79}" dt="2026-08-16T11:20:57.963" v="129" actId="478"/>
          <ac:spMkLst>
            <pc:docMk/>
            <pc:sldMk cId="3623338725" sldId="287"/>
            <ac:spMk id="8" creationId="{2502703A-97EC-46EF-A478-84079D17A870}"/>
          </ac:spMkLst>
        </pc:spChg>
        <pc:spChg chg="del mod">
          <ac:chgData name="السكرتارية جمعية طبيبي" userId="fdfcb09f-6876-431b-adab-49a7d2e9632b" providerId="ADAL" clId="{4C865D98-717B-406A-BF4A-59D02B7B6D79}" dt="2026-08-16T11:20:57.975" v="131"/>
          <ac:spMkLst>
            <pc:docMk/>
            <pc:sldMk cId="3623338725" sldId="287"/>
            <ac:spMk id="9" creationId="{FAD19CEC-F002-407F-8B0A-7282B2FE03BE}"/>
          </ac:spMkLst>
        </pc:spChg>
        <pc:spChg chg="del">
          <ac:chgData name="السكرتارية جمعية طبيبي" userId="fdfcb09f-6876-431b-adab-49a7d2e9632b" providerId="ADAL" clId="{4C865D98-717B-406A-BF4A-59D02B7B6D79}" dt="2026-08-16T11:21:38.171" v="133" actId="478"/>
          <ac:spMkLst>
            <pc:docMk/>
            <pc:sldMk cId="3623338725" sldId="287"/>
            <ac:spMk id="10" creationId="{560061A0-A64B-4E38-BC76-F6D299777AEC}"/>
          </ac:spMkLst>
        </pc:spChg>
        <pc:spChg chg="del">
          <ac:chgData name="السكرتارية جمعية طبيبي" userId="fdfcb09f-6876-431b-adab-49a7d2e9632b" providerId="ADAL" clId="{4C865D98-717B-406A-BF4A-59D02B7B6D79}" dt="2026-08-16T11:22:00.891" v="137" actId="478"/>
          <ac:spMkLst>
            <pc:docMk/>
            <pc:sldMk cId="3623338725" sldId="287"/>
            <ac:spMk id="11" creationId="{C7A16306-708D-415A-AF57-52A97859B261}"/>
          </ac:spMkLst>
        </pc:spChg>
        <pc:spChg chg="del mod">
          <ac:chgData name="السكرتارية جمعية طبيبي" userId="fdfcb09f-6876-431b-adab-49a7d2e9632b" providerId="ADAL" clId="{4C865D98-717B-406A-BF4A-59D02B7B6D79}" dt="2026-08-16T11:21:38.171" v="135"/>
          <ac:spMkLst>
            <pc:docMk/>
            <pc:sldMk cId="3623338725" sldId="287"/>
            <ac:spMk id="12" creationId="{41D66201-6091-4ABC-9622-076E4F4D9DD2}"/>
          </ac:spMkLst>
        </pc:spChg>
        <pc:spChg chg="del mod">
          <ac:chgData name="السكرتارية جمعية طبيبي" userId="fdfcb09f-6876-431b-adab-49a7d2e9632b" providerId="ADAL" clId="{4C865D98-717B-406A-BF4A-59D02B7B6D79}" dt="2026-08-16T11:22:00.891" v="139"/>
          <ac:spMkLst>
            <pc:docMk/>
            <pc:sldMk cId="3623338725" sldId="287"/>
            <ac:spMk id="13" creationId="{75EA0373-B069-4DA9-97EB-2004E537517B}"/>
          </ac:spMkLst>
        </pc:spChg>
        <pc:spChg chg="del">
          <ac:chgData name="السكرتارية جمعية طبيبي" userId="fdfcb09f-6876-431b-adab-49a7d2e9632b" providerId="ADAL" clId="{4C865D98-717B-406A-BF4A-59D02B7B6D79}" dt="2026-08-16T11:22:06.725" v="141" actId="478"/>
          <ac:spMkLst>
            <pc:docMk/>
            <pc:sldMk cId="3623338725" sldId="287"/>
            <ac:spMk id="14" creationId="{FD992D16-91E6-42E7-BF7D-8706F8D40118}"/>
          </ac:spMkLst>
        </pc:spChg>
        <pc:spChg chg="del mod">
          <ac:chgData name="السكرتارية جمعية طبيبي" userId="fdfcb09f-6876-431b-adab-49a7d2e9632b" providerId="ADAL" clId="{4C865D98-717B-406A-BF4A-59D02B7B6D79}" dt="2026-08-16T11:22:06.725" v="143"/>
          <ac:spMkLst>
            <pc:docMk/>
            <pc:sldMk cId="3623338725" sldId="287"/>
            <ac:spMk id="15" creationId="{E535E741-AD25-464F-8C43-EFEF68F2B1AF}"/>
          </ac:spMkLst>
        </pc:spChg>
        <pc:graphicFrameChg chg="add del mod">
          <ac:chgData name="السكرتارية جمعية طبيبي" userId="fdfcb09f-6876-431b-adab-49a7d2e9632b" providerId="ADAL" clId="{4C865D98-717B-406A-BF4A-59D02B7B6D79}" dt="2026-08-16T11:22:48.147" v="149"/>
          <ac:graphicFrameMkLst>
            <pc:docMk/>
            <pc:sldMk cId="3623338725" sldId="287"/>
            <ac:graphicFrameMk id="5" creationId="{42267ADC-3DCC-4F43-9DDA-8143F1649643}"/>
          </ac:graphicFrameMkLst>
        </pc:graphicFrameChg>
        <pc:cxnChg chg="del">
          <ac:chgData name="السكرتارية جمعية طبيبي" userId="fdfcb09f-6876-431b-adab-49a7d2e9632b" providerId="ADAL" clId="{4C865D98-717B-406A-BF4A-59D02B7B6D79}" dt="2026-08-16T11:22:25.747" v="146" actId="478"/>
          <ac:cxnSpMkLst>
            <pc:docMk/>
            <pc:sldMk cId="3623338725" sldId="287"/>
            <ac:cxnSpMk id="18" creationId="{4101E741-8048-4510-85F0-401FCFE612BF}"/>
          </ac:cxnSpMkLst>
        </pc:cxnChg>
        <pc:cxnChg chg="del mod">
          <ac:chgData name="السكرتارية جمعية طبيبي" userId="fdfcb09f-6876-431b-adab-49a7d2e9632b" providerId="ADAL" clId="{4C865D98-717B-406A-BF4A-59D02B7B6D79}" dt="2026-08-16T11:22:22.705" v="145" actId="478"/>
          <ac:cxnSpMkLst>
            <pc:docMk/>
            <pc:sldMk cId="3623338725" sldId="287"/>
            <ac:cxnSpMk id="19" creationId="{FCE74585-5A3B-45D5-AAA5-7AF4F2EA319B}"/>
          </ac:cxnSpMkLst>
        </pc:cxnChg>
      </pc:sldChg>
      <pc:sldChg chg="modSp mod">
        <pc:chgData name="السكرتارية جمعية طبيبي" userId="fdfcb09f-6876-431b-adab-49a7d2e9632b" providerId="ADAL" clId="{4C865D98-717B-406A-BF4A-59D02B7B6D79}" dt="2026-08-17T05:44:15.107" v="548" actId="1076"/>
        <pc:sldMkLst>
          <pc:docMk/>
          <pc:sldMk cId="702643430" sldId="289"/>
        </pc:sldMkLst>
        <pc:spChg chg="mod">
          <ac:chgData name="السكرتارية جمعية طبيبي" userId="fdfcb09f-6876-431b-adab-49a7d2e9632b" providerId="ADAL" clId="{4C865D98-717B-406A-BF4A-59D02B7B6D79}" dt="2026-08-17T05:44:11.235" v="547" actId="1076"/>
          <ac:spMkLst>
            <pc:docMk/>
            <pc:sldMk cId="702643430" sldId="289"/>
            <ac:spMk id="9" creationId="{AB74F9FA-8026-4F5E-95D0-7155A5981100}"/>
          </ac:spMkLst>
        </pc:spChg>
        <pc:spChg chg="mod">
          <ac:chgData name="السكرتارية جمعية طبيبي" userId="fdfcb09f-6876-431b-adab-49a7d2e9632b" providerId="ADAL" clId="{4C865D98-717B-406A-BF4A-59D02B7B6D79}" dt="2026-08-17T05:44:15.107" v="548" actId="1076"/>
          <ac:spMkLst>
            <pc:docMk/>
            <pc:sldMk cId="702643430" sldId="289"/>
            <ac:spMk id="10" creationId="{EC9A0268-8403-4621-B163-1EF0B7FFB4A8}"/>
          </ac:spMkLst>
        </pc:spChg>
        <pc:picChg chg="mod">
          <ac:chgData name="السكرتارية جمعية طبيبي" userId="fdfcb09f-6876-431b-adab-49a7d2e9632b" providerId="ADAL" clId="{4C865D98-717B-406A-BF4A-59D02B7B6D79}" dt="2026-08-17T05:44:04.569" v="546" actId="14100"/>
          <ac:picMkLst>
            <pc:docMk/>
            <pc:sldMk cId="702643430" sldId="289"/>
            <ac:picMk id="8" creationId="{F2C8A9AE-824A-4189-A82C-84595156EF7A}"/>
          </ac:picMkLst>
        </pc:picChg>
      </pc:sldChg>
      <pc:sldChg chg="modSp mod">
        <pc:chgData name="السكرتارية جمعية طبيبي" userId="fdfcb09f-6876-431b-adab-49a7d2e9632b" providerId="ADAL" clId="{4C865D98-717B-406A-BF4A-59D02B7B6D79}" dt="2026-08-17T05:33:48.309" v="407" actId="20577"/>
        <pc:sldMkLst>
          <pc:docMk/>
          <pc:sldMk cId="2373996107" sldId="292"/>
        </pc:sldMkLst>
        <pc:graphicFrameChg chg="modGraphic">
          <ac:chgData name="السكرتارية جمعية طبيبي" userId="fdfcb09f-6876-431b-adab-49a7d2e9632b" providerId="ADAL" clId="{4C865D98-717B-406A-BF4A-59D02B7B6D79}" dt="2026-08-17T05:33:48.309" v="407" actId="20577"/>
          <ac:graphicFrameMkLst>
            <pc:docMk/>
            <pc:sldMk cId="2373996107" sldId="292"/>
            <ac:graphicFrameMk id="4" creationId="{43FE381D-5E55-467E-BBB7-DB800E069E14}"/>
          </ac:graphicFrameMkLst>
        </pc:graphicFrameChg>
      </pc:sldChg>
      <pc:sldChg chg="addSp modSp new mod">
        <pc:chgData name="السكرتارية جمعية طبيبي" userId="fdfcb09f-6876-431b-adab-49a7d2e9632b" providerId="ADAL" clId="{4C865D98-717B-406A-BF4A-59D02B7B6D79}" dt="2026-08-16T06:29:29.451" v="81" actId="12"/>
        <pc:sldMkLst>
          <pc:docMk/>
          <pc:sldMk cId="3841639945" sldId="293"/>
        </pc:sldMkLst>
        <pc:spChg chg="add mod">
          <ac:chgData name="السكرتارية جمعية طبيبي" userId="fdfcb09f-6876-431b-adab-49a7d2e9632b" providerId="ADAL" clId="{4C865D98-717B-406A-BF4A-59D02B7B6D79}" dt="2026-08-16T06:28:00.972" v="62" actId="1076"/>
          <ac:spMkLst>
            <pc:docMk/>
            <pc:sldMk cId="3841639945" sldId="293"/>
            <ac:spMk id="2" creationId="{97639F61-9D86-41A3-A1BB-0AECFF04966E}"/>
          </ac:spMkLst>
        </pc:spChg>
        <pc:spChg chg="add mod">
          <ac:chgData name="السكرتارية جمعية طبيبي" userId="fdfcb09f-6876-431b-adab-49a7d2e9632b" providerId="ADAL" clId="{4C865D98-717B-406A-BF4A-59D02B7B6D79}" dt="2026-08-16T06:28:04.469" v="63" actId="1076"/>
          <ac:spMkLst>
            <pc:docMk/>
            <pc:sldMk cId="3841639945" sldId="293"/>
            <ac:spMk id="4" creationId="{7C8CB955-3844-4D86-8A80-DB62201E4A82}"/>
          </ac:spMkLst>
        </pc:spChg>
        <pc:spChg chg="add mod">
          <ac:chgData name="السكرتارية جمعية طبيبي" userId="fdfcb09f-6876-431b-adab-49a7d2e9632b" providerId="ADAL" clId="{4C865D98-717B-406A-BF4A-59D02B7B6D79}" dt="2026-08-16T06:29:29.451" v="81" actId="12"/>
          <ac:spMkLst>
            <pc:docMk/>
            <pc:sldMk cId="3841639945" sldId="293"/>
            <ac:spMk id="5" creationId="{9A77B19C-6556-4296-BC9A-004BABC18F3E}"/>
          </ac:spMkLst>
        </pc:spChg>
      </pc:sldChg>
      <pc:sldChg chg="addSp modSp new mod">
        <pc:chgData name="السكرتارية جمعية طبيبي" userId="fdfcb09f-6876-431b-adab-49a7d2e9632b" providerId="ADAL" clId="{4C865D98-717B-406A-BF4A-59D02B7B6D79}" dt="2026-08-16T11:50:25.749" v="169" actId="1076"/>
        <pc:sldMkLst>
          <pc:docMk/>
          <pc:sldMk cId="1111582665" sldId="294"/>
        </pc:sldMkLst>
        <pc:spChg chg="add mod">
          <ac:chgData name="السكرتارية جمعية طبيبي" userId="fdfcb09f-6876-431b-adab-49a7d2e9632b" providerId="ADAL" clId="{4C865D98-717B-406A-BF4A-59D02B7B6D79}" dt="2026-08-16T11:49:56.628" v="165"/>
          <ac:spMkLst>
            <pc:docMk/>
            <pc:sldMk cId="1111582665" sldId="294"/>
            <ac:spMk id="2" creationId="{331B5D08-CE0B-4BA1-8A9A-84EF4755E468}"/>
          </ac:spMkLst>
        </pc:spChg>
        <pc:spChg chg="add mod">
          <ac:chgData name="السكرتارية جمعية طبيبي" userId="fdfcb09f-6876-431b-adab-49a7d2e9632b" providerId="ADAL" clId="{4C865D98-717B-406A-BF4A-59D02B7B6D79}" dt="2026-08-16T11:50:02.277" v="166"/>
          <ac:spMkLst>
            <pc:docMk/>
            <pc:sldMk cId="1111582665" sldId="294"/>
            <ac:spMk id="3" creationId="{956CD8BA-F302-4BA8-B7AB-83564DB1D3A6}"/>
          </ac:spMkLst>
        </pc:spChg>
        <pc:picChg chg="add mod">
          <ac:chgData name="السكرتارية جمعية طبيبي" userId="fdfcb09f-6876-431b-adab-49a7d2e9632b" providerId="ADAL" clId="{4C865D98-717B-406A-BF4A-59D02B7B6D79}" dt="2026-08-16T11:50:25.749" v="169" actId="1076"/>
          <ac:picMkLst>
            <pc:docMk/>
            <pc:sldMk cId="1111582665" sldId="294"/>
            <ac:picMk id="5" creationId="{AF13FB65-DF18-4AB8-9D3F-BEAF0F21E293}"/>
          </ac:picMkLst>
        </pc:picChg>
      </pc:sldChg>
      <pc:sldChg chg="addSp modSp new mod ord">
        <pc:chgData name="السكرتارية جمعية طبيبي" userId="fdfcb09f-6876-431b-adab-49a7d2e9632b" providerId="ADAL" clId="{4C865D98-717B-406A-BF4A-59D02B7B6D79}" dt="2026-08-16T11:58:07.812" v="201" actId="1076"/>
        <pc:sldMkLst>
          <pc:docMk/>
          <pc:sldMk cId="3816747885" sldId="295"/>
        </pc:sldMkLst>
        <pc:spChg chg="add mod">
          <ac:chgData name="السكرتارية جمعية طبيبي" userId="fdfcb09f-6876-431b-adab-49a7d2e9632b" providerId="ADAL" clId="{4C865D98-717B-406A-BF4A-59D02B7B6D79}" dt="2026-08-16T11:52:08.920" v="173"/>
          <ac:spMkLst>
            <pc:docMk/>
            <pc:sldMk cId="3816747885" sldId="295"/>
            <ac:spMk id="2" creationId="{624A2034-9EB4-4DB1-AC72-39C8C30AFE5F}"/>
          </ac:spMkLst>
        </pc:spChg>
        <pc:spChg chg="add mod">
          <ac:chgData name="السكرتارية جمعية طبيبي" userId="fdfcb09f-6876-431b-adab-49a7d2e9632b" providerId="ADAL" clId="{4C865D98-717B-406A-BF4A-59D02B7B6D79}" dt="2026-08-16T11:52:16.572" v="174"/>
          <ac:spMkLst>
            <pc:docMk/>
            <pc:sldMk cId="3816747885" sldId="295"/>
            <ac:spMk id="3" creationId="{A903EDF0-A4F3-41ED-A520-7340D01200E6}"/>
          </ac:spMkLst>
        </pc:spChg>
        <pc:spChg chg="add mod">
          <ac:chgData name="السكرتارية جمعية طبيبي" userId="fdfcb09f-6876-431b-adab-49a7d2e9632b" providerId="ADAL" clId="{4C865D98-717B-406A-BF4A-59D02B7B6D79}" dt="2026-08-16T11:55:59.212" v="181" actId="1076"/>
          <ac:spMkLst>
            <pc:docMk/>
            <pc:sldMk cId="3816747885" sldId="295"/>
            <ac:spMk id="6" creationId="{BC6BFF71-6C56-4416-ADA3-883C40EB4249}"/>
          </ac:spMkLst>
        </pc:spChg>
        <pc:spChg chg="add mod">
          <ac:chgData name="السكرتارية جمعية طبيبي" userId="fdfcb09f-6876-431b-adab-49a7d2e9632b" providerId="ADAL" clId="{4C865D98-717B-406A-BF4A-59D02B7B6D79}" dt="2026-08-16T11:56:41.485" v="200" actId="113"/>
          <ac:spMkLst>
            <pc:docMk/>
            <pc:sldMk cId="3816747885" sldId="295"/>
            <ac:spMk id="7" creationId="{EC56ADA8-D53F-4593-A960-E71E7CA317FF}"/>
          </ac:spMkLst>
        </pc:spChg>
        <pc:picChg chg="add mod">
          <ac:chgData name="السكرتارية جمعية طبيبي" userId="fdfcb09f-6876-431b-adab-49a7d2e9632b" providerId="ADAL" clId="{4C865D98-717B-406A-BF4A-59D02B7B6D79}" dt="2026-08-16T11:58:07.812" v="201" actId="1076"/>
          <ac:picMkLst>
            <pc:docMk/>
            <pc:sldMk cId="3816747885" sldId="295"/>
            <ac:picMk id="5" creationId="{19EB9C36-4A46-48BA-AE2C-6771063D5FF8}"/>
          </ac:picMkLst>
        </pc:picChg>
      </pc:sldChg>
      <pc:sldChg chg="addSp modSp new mod">
        <pc:chgData name="السكرتارية جمعية طبيبي" userId="fdfcb09f-6876-431b-adab-49a7d2e9632b" providerId="ADAL" clId="{4C865D98-717B-406A-BF4A-59D02B7B6D79}" dt="2026-08-16T12:03:08.014" v="306" actId="20577"/>
        <pc:sldMkLst>
          <pc:docMk/>
          <pc:sldMk cId="4139590" sldId="296"/>
        </pc:sldMkLst>
        <pc:spChg chg="add mod">
          <ac:chgData name="السكرتارية جمعية طبيبي" userId="fdfcb09f-6876-431b-adab-49a7d2e9632b" providerId="ADAL" clId="{4C865D98-717B-406A-BF4A-59D02B7B6D79}" dt="2026-08-16T12:03:08.014" v="306" actId="20577"/>
          <ac:spMkLst>
            <pc:docMk/>
            <pc:sldMk cId="4139590" sldId="296"/>
            <ac:spMk id="4" creationId="{0A95F098-96AD-4507-A70D-C6534A3ED4AD}"/>
          </ac:spMkLst>
        </pc:spChg>
        <pc:picChg chg="add mod">
          <ac:chgData name="السكرتارية جمعية طبيبي" userId="fdfcb09f-6876-431b-adab-49a7d2e9632b" providerId="ADAL" clId="{4C865D98-717B-406A-BF4A-59D02B7B6D79}" dt="2026-08-16T12:00:48.823" v="204" actId="1076"/>
          <ac:picMkLst>
            <pc:docMk/>
            <pc:sldMk cId="4139590" sldId="296"/>
            <ac:picMk id="3" creationId="{54ACC3E2-CDCA-46A2-BEBA-A88D61015738}"/>
          </ac:picMkLst>
        </pc:picChg>
      </pc:sldChg>
      <pc:sldChg chg="addSp modSp new mod">
        <pc:chgData name="السكرتارية جمعية طبيبي" userId="fdfcb09f-6876-431b-adab-49a7d2e9632b" providerId="ADAL" clId="{4C865D98-717B-406A-BF4A-59D02B7B6D79}" dt="2026-08-16T12:11:24.795" v="318" actId="1076"/>
        <pc:sldMkLst>
          <pc:docMk/>
          <pc:sldMk cId="1676443461" sldId="297"/>
        </pc:sldMkLst>
        <pc:spChg chg="add mod">
          <ac:chgData name="السكرتارية جمعية طبيبي" userId="fdfcb09f-6876-431b-adab-49a7d2e9632b" providerId="ADAL" clId="{4C865D98-717B-406A-BF4A-59D02B7B6D79}" dt="2026-08-16T12:05:35.043" v="310"/>
          <ac:spMkLst>
            <pc:docMk/>
            <pc:sldMk cId="1676443461" sldId="297"/>
            <ac:spMk id="4" creationId="{D62277E3-570B-459E-9AFB-8371C2238BE0}"/>
          </ac:spMkLst>
        </pc:spChg>
        <pc:picChg chg="add mod">
          <ac:chgData name="السكرتارية جمعية طبيبي" userId="fdfcb09f-6876-431b-adab-49a7d2e9632b" providerId="ADAL" clId="{4C865D98-717B-406A-BF4A-59D02B7B6D79}" dt="2026-08-16T12:11:24.795" v="318" actId="1076"/>
          <ac:picMkLst>
            <pc:docMk/>
            <pc:sldMk cId="1676443461" sldId="297"/>
            <ac:picMk id="3" creationId="{569C1B67-AC9F-4886-9BE6-FCFF1822A877}"/>
          </ac:picMkLst>
        </pc:picChg>
      </pc:sldChg>
      <pc:sldChg chg="addSp modSp new mod">
        <pc:chgData name="السكرتارية جمعية طبيبي" userId="fdfcb09f-6876-431b-adab-49a7d2e9632b" providerId="ADAL" clId="{4C865D98-717B-406A-BF4A-59D02B7B6D79}" dt="2026-08-16T12:12:25.419" v="323" actId="1076"/>
        <pc:sldMkLst>
          <pc:docMk/>
          <pc:sldMk cId="2548460264" sldId="298"/>
        </pc:sldMkLst>
        <pc:spChg chg="add mod">
          <ac:chgData name="السكرتارية جمعية طبيبي" userId="fdfcb09f-6876-431b-adab-49a7d2e9632b" providerId="ADAL" clId="{4C865D98-717B-406A-BF4A-59D02B7B6D79}" dt="2026-08-16T12:12:17.605" v="322" actId="1076"/>
          <ac:spMkLst>
            <pc:docMk/>
            <pc:sldMk cId="2548460264" sldId="298"/>
            <ac:spMk id="4" creationId="{8408DCB4-85A9-466C-A9CE-66096A2D111E}"/>
          </ac:spMkLst>
        </pc:spChg>
        <pc:picChg chg="add mod">
          <ac:chgData name="السكرتارية جمعية طبيبي" userId="fdfcb09f-6876-431b-adab-49a7d2e9632b" providerId="ADAL" clId="{4C865D98-717B-406A-BF4A-59D02B7B6D79}" dt="2026-08-16T12:12:25.419" v="323" actId="1076"/>
          <ac:picMkLst>
            <pc:docMk/>
            <pc:sldMk cId="2548460264" sldId="298"/>
            <ac:picMk id="3" creationId="{5A6AACFF-7E87-4CAA-87F6-491721C15996}"/>
          </ac:picMkLst>
        </pc:picChg>
      </pc:sldChg>
    </pc:docChg>
  </pc:docChgLst>
  <pc:docChgLst>
    <pc:chgData name="السكرتارية جمعية طبيبي" userId="fdfcb09f-6876-431b-adab-49a7d2e9632b" providerId="ADAL" clId="{61636BEE-69C8-421B-BFBE-377AEE617B33}"/>
    <pc:docChg chg="undo custSel modSld sldOrd">
      <pc:chgData name="السكرتارية جمعية طبيبي" userId="fdfcb09f-6876-431b-adab-49a7d2e9632b" providerId="ADAL" clId="{61636BEE-69C8-421B-BFBE-377AEE617B33}" dt="2026-08-25T10:33:16.683" v="97" actId="20577"/>
      <pc:docMkLst>
        <pc:docMk/>
      </pc:docMkLst>
      <pc:sldChg chg="ord">
        <pc:chgData name="السكرتارية جمعية طبيبي" userId="fdfcb09f-6876-431b-adab-49a7d2e9632b" providerId="ADAL" clId="{61636BEE-69C8-421B-BFBE-377AEE617B33}" dt="2026-08-23T09:28:01.838" v="1"/>
        <pc:sldMkLst>
          <pc:docMk/>
          <pc:sldMk cId="0" sldId="258"/>
        </pc:sldMkLst>
      </pc:sldChg>
      <pc:sldChg chg="modSp mod">
        <pc:chgData name="السكرتارية جمعية طبيبي" userId="fdfcb09f-6876-431b-adab-49a7d2e9632b" providerId="ADAL" clId="{61636BEE-69C8-421B-BFBE-377AEE617B33}" dt="2026-08-25T08:27:50.736" v="61" actId="113"/>
        <pc:sldMkLst>
          <pc:docMk/>
          <pc:sldMk cId="881040931" sldId="300"/>
        </pc:sldMkLst>
        <pc:graphicFrameChg chg="mod modGraphic">
          <ac:chgData name="السكرتارية جمعية طبيبي" userId="fdfcb09f-6876-431b-adab-49a7d2e9632b" providerId="ADAL" clId="{61636BEE-69C8-421B-BFBE-377AEE617B33}" dt="2026-08-25T08:27:50.736" v="61" actId="113"/>
          <ac:graphicFrameMkLst>
            <pc:docMk/>
            <pc:sldMk cId="881040931" sldId="300"/>
            <ac:graphicFrameMk id="3" creationId="{C3E9A000-DD7C-4FAC-B0A8-50FA40046268}"/>
          </ac:graphicFrameMkLst>
        </pc:graphicFrameChg>
      </pc:sldChg>
      <pc:sldChg chg="modSp mod">
        <pc:chgData name="السكرتارية جمعية طبيبي" userId="fdfcb09f-6876-431b-adab-49a7d2e9632b" providerId="ADAL" clId="{61636BEE-69C8-421B-BFBE-377AEE617B33}" dt="2026-08-25T10:33:16.683" v="97" actId="20577"/>
        <pc:sldMkLst>
          <pc:docMk/>
          <pc:sldMk cId="3994096309" sldId="309"/>
        </pc:sldMkLst>
        <pc:spChg chg="mod">
          <ac:chgData name="السكرتارية جمعية طبيبي" userId="fdfcb09f-6876-431b-adab-49a7d2e9632b" providerId="ADAL" clId="{61636BEE-69C8-421B-BFBE-377AEE617B33}" dt="2026-08-25T10:33:16.683" v="97" actId="20577"/>
          <ac:spMkLst>
            <pc:docMk/>
            <pc:sldMk cId="3994096309" sldId="309"/>
            <ac:spMk id="9" creationId="{4B906946-84A1-4776-BF88-89FA99974A95}"/>
          </ac:spMkLst>
        </pc:spChg>
      </pc:sldChg>
      <pc:sldChg chg="modSp mod">
        <pc:chgData name="السكرتارية جمعية طبيبي" userId="fdfcb09f-6876-431b-adab-49a7d2e9632b" providerId="ADAL" clId="{61636BEE-69C8-421B-BFBE-377AEE617B33}" dt="2026-08-25T09:16:37.331" v="70" actId="1076"/>
        <pc:sldMkLst>
          <pc:docMk/>
          <pc:sldMk cId="2851363344" sldId="311"/>
        </pc:sldMkLst>
        <pc:spChg chg="mod">
          <ac:chgData name="السكرتارية جمعية طبيبي" userId="fdfcb09f-6876-431b-adab-49a7d2e9632b" providerId="ADAL" clId="{61636BEE-69C8-421B-BFBE-377AEE617B33}" dt="2026-08-25T08:12:46.151" v="47" actId="1076"/>
          <ac:spMkLst>
            <pc:docMk/>
            <pc:sldMk cId="2851363344" sldId="311"/>
            <ac:spMk id="4" creationId="{B3316323-9017-462E-922D-56E4F1964E2E}"/>
          </ac:spMkLst>
        </pc:spChg>
        <pc:spChg chg="mod">
          <ac:chgData name="السكرتارية جمعية طبيبي" userId="fdfcb09f-6876-431b-adab-49a7d2e9632b" providerId="ADAL" clId="{61636BEE-69C8-421B-BFBE-377AEE617B33}" dt="2026-08-25T08:12:49.578" v="48" actId="1076"/>
          <ac:spMkLst>
            <pc:docMk/>
            <pc:sldMk cId="2851363344" sldId="311"/>
            <ac:spMk id="5" creationId="{644651F5-F804-4D6C-A89C-8D5F4B200C09}"/>
          </ac:spMkLst>
        </pc:spChg>
        <pc:spChg chg="mod">
          <ac:chgData name="السكرتارية جمعية طبيبي" userId="fdfcb09f-6876-431b-adab-49a7d2e9632b" providerId="ADAL" clId="{61636BEE-69C8-421B-BFBE-377AEE617B33}" dt="2026-08-25T09:16:37.331" v="70" actId="1076"/>
          <ac:spMkLst>
            <pc:docMk/>
            <pc:sldMk cId="2851363344" sldId="311"/>
            <ac:spMk id="9" creationId="{59A3AD83-1451-4315-B748-3C42C037A7EC}"/>
          </ac:spMkLst>
        </pc:spChg>
      </pc:sldChg>
      <pc:sldChg chg="modSp mod">
        <pc:chgData name="السكرتارية جمعية طبيبي" userId="fdfcb09f-6876-431b-adab-49a7d2e9632b" providerId="ADAL" clId="{61636BEE-69C8-421B-BFBE-377AEE617B33}" dt="2026-08-25T09:16:27.475" v="68" actId="1076"/>
        <pc:sldMkLst>
          <pc:docMk/>
          <pc:sldMk cId="1719982192" sldId="312"/>
        </pc:sldMkLst>
        <pc:spChg chg="mod">
          <ac:chgData name="السكرتارية جمعية طبيبي" userId="fdfcb09f-6876-431b-adab-49a7d2e9632b" providerId="ADAL" clId="{61636BEE-69C8-421B-BFBE-377AEE617B33}" dt="2026-08-25T09:16:27.475" v="68" actId="1076"/>
          <ac:spMkLst>
            <pc:docMk/>
            <pc:sldMk cId="1719982192" sldId="312"/>
            <ac:spMk id="2" creationId="{40A7500E-F8EB-455B-9EB6-8C56B4C8F808}"/>
          </ac:spMkLst>
        </pc:spChg>
        <pc:spChg chg="mod">
          <ac:chgData name="السكرتارية جمعية طبيبي" userId="fdfcb09f-6876-431b-adab-49a7d2e9632b" providerId="ADAL" clId="{61636BEE-69C8-421B-BFBE-377AEE617B33}" dt="2026-08-25T08:13:02.978" v="51" actId="1076"/>
          <ac:spMkLst>
            <pc:docMk/>
            <pc:sldMk cId="1719982192" sldId="312"/>
            <ac:spMk id="3" creationId="{744E1E56-E65F-4B3A-B69C-5177B4322116}"/>
          </ac:spMkLst>
        </pc:spChg>
      </pc:sldChg>
      <pc:sldChg chg="modSp mod">
        <pc:chgData name="السكرتارية جمعية طبيبي" userId="fdfcb09f-6876-431b-adab-49a7d2e9632b" providerId="ADAL" clId="{61636BEE-69C8-421B-BFBE-377AEE617B33}" dt="2026-08-25T09:16:33.115" v="69" actId="1076"/>
        <pc:sldMkLst>
          <pc:docMk/>
          <pc:sldMk cId="2811484291" sldId="313"/>
        </pc:sldMkLst>
        <pc:spChg chg="mod">
          <ac:chgData name="السكرتارية جمعية طبيبي" userId="fdfcb09f-6876-431b-adab-49a7d2e9632b" providerId="ADAL" clId="{61636BEE-69C8-421B-BFBE-377AEE617B33}" dt="2026-08-25T09:16:33.115" v="69" actId="1076"/>
          <ac:spMkLst>
            <pc:docMk/>
            <pc:sldMk cId="2811484291" sldId="313"/>
            <ac:spMk id="2" creationId="{116D284C-9E30-418F-B182-9064BCA20BA4}"/>
          </ac:spMkLst>
        </pc:spChg>
        <pc:spChg chg="mod">
          <ac:chgData name="السكرتارية جمعية طبيبي" userId="fdfcb09f-6876-431b-adab-49a7d2e9632b" providerId="ADAL" clId="{61636BEE-69C8-421B-BFBE-377AEE617B33}" dt="2026-08-25T08:13:22.894" v="55" actId="1076"/>
          <ac:spMkLst>
            <pc:docMk/>
            <pc:sldMk cId="2811484291" sldId="313"/>
            <ac:spMk id="3" creationId="{DDA95275-7DBD-4106-AD5A-9CF75899E2B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autoTitleDeleted val="1"/>
    <c:plotArea>
      <c:layout/>
      <c:barChart>
        <c:barDir val="col"/>
        <c:grouping val="clustered"/>
        <c:varyColors val="0"/>
        <c:ser>
          <c:idx val="0"/>
          <c:order val="0"/>
          <c:tx>
            <c:strRef>
              <c:f>Sheet1!$B$1</c:f>
              <c:strCache>
                <c:ptCount val="1"/>
                <c:pt idx="0">
                  <c:v>2025م</c:v>
                </c:pt>
              </c:strCache>
            </c:strRef>
          </c:tx>
          <c:spPr>
            <a:solidFill>
              <a:srgbClr val="6B6B6B"/>
            </a:solidFill>
            <a:effectLst/>
            <a:scene3d>
              <a:camera prst="orthographicFront"/>
              <a:lightRig rig="threePt" dir="t"/>
            </a:scene3d>
            <a:sp3d>
              <a:bevelT w="139700" h="139700"/>
            </a:sp3d>
          </c:spPr>
          <c:invertIfNegative val="0"/>
          <c:dLbls>
            <c:numFmt formatCode="#,##0" sourceLinked="0"/>
            <c:spPr>
              <a:noFill/>
              <a:ln>
                <a:noFill/>
              </a:ln>
              <a:effectLst/>
            </c:spPr>
            <c:txPr>
              <a:bodyPr/>
              <a:lstStyle/>
              <a:p>
                <a:pPr>
                  <a:defRPr sz="1000" b="0" i="0" u="none" strike="noStrike">
                    <a:solidFill>
                      <a:srgbClr val="1A1A1A"/>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إجمالي الدخل</c:v>
                </c:pt>
                <c:pt idx="1">
                  <c:v>إجمالي المصروفات</c:v>
                </c:pt>
              </c:strCache>
            </c:strRef>
          </c:cat>
          <c:val>
            <c:numRef>
              <c:f>Sheet1!$B$2:$B$3</c:f>
              <c:numCache>
                <c:formatCode>General</c:formatCode>
                <c:ptCount val="2"/>
                <c:pt idx="0">
                  <c:v>199474</c:v>
                </c:pt>
                <c:pt idx="1">
                  <c:v>103529</c:v>
                </c:pt>
              </c:numCache>
            </c:numRef>
          </c:val>
          <c:extLst>
            <c:ext xmlns:c16="http://schemas.microsoft.com/office/drawing/2014/chart" uri="{C3380CC4-5D6E-409C-BE32-E72D297353CC}">
              <c16:uniqueId val="{00000000-7D71-4025-AB0F-679FC2F68022}"/>
            </c:ext>
          </c:extLst>
        </c:ser>
        <c:ser>
          <c:idx val="1"/>
          <c:order val="1"/>
          <c:tx>
            <c:strRef>
              <c:f>Sheet1!$C$1</c:f>
              <c:strCache>
                <c:ptCount val="1"/>
                <c:pt idx="0">
                  <c:v>2026م</c:v>
                </c:pt>
              </c:strCache>
            </c:strRef>
          </c:tx>
          <c:spPr>
            <a:solidFill>
              <a:srgbClr val="A61C46"/>
            </a:solidFill>
            <a:effectLst/>
            <a:scene3d>
              <a:camera prst="orthographicFront"/>
              <a:lightRig rig="contrasting" dir="t">
                <a:rot lat="0" lon="0" rev="7800000"/>
              </a:lightRig>
            </a:scene3d>
            <a:sp3d>
              <a:bevelT w="139700" h="139700"/>
            </a:sp3d>
          </c:spPr>
          <c:invertIfNegative val="0"/>
          <c:dPt>
            <c:idx val="0"/>
            <c:invertIfNegative val="0"/>
            <c:bubble3D val="0"/>
            <c:spPr>
              <a:solidFill>
                <a:srgbClr val="7A2436"/>
              </a:solidFill>
              <a:effectLst/>
              <a:scene3d>
                <a:camera prst="orthographicFront"/>
                <a:lightRig rig="balanced" dir="t">
                  <a:rot lat="0" lon="0" rev="8700000"/>
                </a:lightRig>
              </a:scene3d>
              <a:sp3d>
                <a:bevelT w="190500" h="38100"/>
              </a:sp3d>
            </c:spPr>
            <c:extLst>
              <c:ext xmlns:c16="http://schemas.microsoft.com/office/drawing/2014/chart" uri="{C3380CC4-5D6E-409C-BE32-E72D297353CC}">
                <c16:uniqueId val="{00000002-7D71-4025-AB0F-679FC2F68022}"/>
              </c:ext>
            </c:extLst>
          </c:dPt>
          <c:dPt>
            <c:idx val="1"/>
            <c:invertIfNegative val="0"/>
            <c:bubble3D val="0"/>
            <c:spPr>
              <a:solidFill>
                <a:srgbClr val="7A2436"/>
              </a:solidFill>
              <a:effectLst/>
              <a:scene3d>
                <a:camera prst="orthographicFront"/>
                <a:lightRig rig="balanced" dir="t">
                  <a:rot lat="0" lon="0" rev="8700000"/>
                </a:lightRig>
              </a:scene3d>
              <a:sp3d>
                <a:bevelT w="190500" h="38100"/>
              </a:sp3d>
            </c:spPr>
            <c:extLst>
              <c:ext xmlns:c16="http://schemas.microsoft.com/office/drawing/2014/chart" uri="{C3380CC4-5D6E-409C-BE32-E72D297353CC}">
                <c16:uniqueId val="{00000003-7D71-4025-AB0F-679FC2F68022}"/>
              </c:ext>
            </c:extLst>
          </c:dPt>
          <c:dLbls>
            <c:numFmt formatCode="#,##0" sourceLinked="0"/>
            <c:spPr>
              <a:noFill/>
              <a:ln>
                <a:noFill/>
              </a:ln>
              <a:effectLst/>
            </c:spPr>
            <c:txPr>
              <a:bodyPr/>
              <a:lstStyle/>
              <a:p>
                <a:pPr>
                  <a:defRPr sz="1000" b="0" i="0" u="none" strike="noStrike">
                    <a:solidFill>
                      <a:srgbClr val="1A1A1A"/>
                    </a:solidFill>
                    <a:latin typeface="Arial"/>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إجمالي الدخل</c:v>
                </c:pt>
                <c:pt idx="1">
                  <c:v>إجمالي المصروفات</c:v>
                </c:pt>
              </c:strCache>
            </c:strRef>
          </c:cat>
          <c:val>
            <c:numRef>
              <c:f>Sheet1!$C$2:$C$3</c:f>
              <c:numCache>
                <c:formatCode>General</c:formatCode>
                <c:ptCount val="2"/>
                <c:pt idx="0">
                  <c:v>582167</c:v>
                </c:pt>
                <c:pt idx="1">
                  <c:v>249274</c:v>
                </c:pt>
              </c:numCache>
            </c:numRef>
          </c:val>
          <c:extLst>
            <c:ext xmlns:c16="http://schemas.microsoft.com/office/drawing/2014/chart" uri="{C3380CC4-5D6E-409C-BE32-E72D297353CC}">
              <c16:uniqueId val="{00000001-7D71-4025-AB0F-679FC2F68022}"/>
            </c:ext>
          </c:extLst>
        </c:ser>
        <c:dLbls>
          <c:showLegendKey val="0"/>
          <c:showVal val="1"/>
          <c:showCatName val="0"/>
          <c:showSerName val="0"/>
          <c:showPercent val="0"/>
          <c:showBubbleSize val="0"/>
        </c:dLbls>
        <c:gapWidth val="35"/>
        <c:axId val="306877568"/>
        <c:axId val="306879104"/>
      </c:barChart>
      <c:catAx>
        <c:axId val="306877568"/>
        <c:scaling>
          <c:orientation val="minMax"/>
        </c:scaling>
        <c:delete val="0"/>
        <c:axPos val="b"/>
        <c:numFmt formatCode="General" sourceLinked="1"/>
        <c:majorTickMark val="out"/>
        <c:minorTickMark val="none"/>
        <c:tickLblPos val="low"/>
        <c:spPr>
          <a:ln w="12700" cap="flat">
            <a:solidFill>
              <a:srgbClr val="DDDDDD"/>
            </a:solidFill>
            <a:prstDash val="solid"/>
            <a:round/>
          </a:ln>
        </c:spPr>
        <c:txPr>
          <a:bodyPr/>
          <a:lstStyle/>
          <a:p>
            <a:pPr>
              <a:defRPr sz="1200" b="0" i="0" u="none" strike="noStrike">
                <a:solidFill>
                  <a:srgbClr val="1A1A1A"/>
                </a:solidFill>
                <a:latin typeface="Arial"/>
              </a:defRPr>
            </a:pPr>
            <a:endParaRPr lang="ar-SA"/>
          </a:p>
        </c:txPr>
        <c:crossAx val="306879104"/>
        <c:crosses val="autoZero"/>
        <c:auto val="1"/>
        <c:lblAlgn val="ctr"/>
        <c:lblOffset val="100"/>
        <c:noMultiLvlLbl val="1"/>
      </c:catAx>
      <c:valAx>
        <c:axId val="306879104"/>
        <c:scaling>
          <c:orientation val="minMax"/>
        </c:scaling>
        <c:delete val="1"/>
        <c:axPos val="l"/>
        <c:numFmt formatCode="General" sourceLinked="0"/>
        <c:majorTickMark val="out"/>
        <c:minorTickMark val="none"/>
        <c:tickLblPos val="nextTo"/>
        <c:crossAx val="306877568"/>
        <c:crosses val="autoZero"/>
        <c:crossBetween val="between"/>
      </c:valAx>
      <c:spPr>
        <a:noFill/>
        <a:ln>
          <a:noFill/>
        </a:ln>
        <a:effectLst/>
      </c:spPr>
    </c:plotArea>
    <c:legend>
      <c:legendPos val="b"/>
      <c:overlay val="0"/>
      <c:txPr>
        <a:bodyPr/>
        <a:lstStyle/>
        <a:p>
          <a:pPr>
            <a:defRPr sz="1100">
              <a:solidFill>
                <a:srgbClr val="1A1A1A"/>
              </a:solidFill>
            </a:defRPr>
          </a:pPr>
          <a:endParaRPr lang="ar-SA"/>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autoTitleDeleted val="1"/>
    <c:plotArea>
      <c:layout/>
      <c:pieChart>
        <c:varyColors val="1"/>
        <c:ser>
          <c:idx val="0"/>
          <c:order val="0"/>
          <c:tx>
            <c:strRef>
              <c:f>Sheet1!$B$1</c:f>
              <c:strCache>
                <c:ptCount val="1"/>
                <c:pt idx="0">
                  <c:v>مصادر الدخل</c:v>
                </c:pt>
              </c:strCache>
            </c:strRef>
          </c:tx>
          <c:spPr>
            <a:solidFill>
              <a:schemeClr val="accent1"/>
            </a:solidFill>
            <a:ln w="9525" cap="flat">
              <a:solidFill>
                <a:srgbClr val="F9F9F9"/>
              </a:solidFill>
              <a:prstDash val="solid"/>
              <a:round/>
            </a:ln>
            <a:effectLst/>
            <a:scene3d>
              <a:camera prst="orthographicFront"/>
              <a:lightRig rig="threePt" dir="t"/>
            </a:scene3d>
            <a:sp3d prstMaterial="matte">
              <a:bevelT w="63500" h="63500" prst="artDeco"/>
              <a:contourClr>
                <a:srgbClr val="000000"/>
              </a:contourClr>
            </a:sp3d>
          </c:spPr>
          <c:dPt>
            <c:idx val="0"/>
            <c:bubble3D val="0"/>
            <c:spPr>
              <a:solidFill>
                <a:srgbClr val="A61C46"/>
              </a:solidFill>
              <a:effectLst/>
              <a:scene3d>
                <a:camera prst="orthographicFront"/>
                <a:lightRig rig="threePt" dir="t"/>
              </a:scene3d>
            </c:spPr>
            <c:extLst>
              <c:ext xmlns:c16="http://schemas.microsoft.com/office/drawing/2014/chart" uri="{C3380CC4-5D6E-409C-BE32-E72D297353CC}">
                <c16:uniqueId val="{00000001-23BF-466A-B7BF-864C1972906C}"/>
              </c:ext>
            </c:extLst>
          </c:dPt>
          <c:dPt>
            <c:idx val="1"/>
            <c:bubble3D val="0"/>
            <c:spPr>
              <a:solidFill>
                <a:srgbClr val="410936"/>
              </a:solidFill>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3-23BF-466A-B7BF-864C1972906C}"/>
              </c:ext>
            </c:extLst>
          </c:dPt>
          <c:dPt>
            <c:idx val="2"/>
            <c:bubble3D val="0"/>
            <c:spPr>
              <a:solidFill>
                <a:srgbClr val="6A113D"/>
              </a:solidFill>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5-23BF-466A-B7BF-864C1972906C}"/>
              </c:ext>
            </c:extLst>
          </c:dPt>
          <c:dPt>
            <c:idx val="3"/>
            <c:bubble3D val="0"/>
            <c:spPr>
              <a:solidFill>
                <a:srgbClr val="E896A9"/>
              </a:solidFill>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7-23BF-466A-B7BF-864C1972906C}"/>
              </c:ext>
            </c:extLst>
          </c:dPt>
          <c:dPt>
            <c:idx val="4"/>
            <c:bubble3D val="0"/>
            <c:spPr>
              <a:solidFill>
                <a:srgbClr val="F0BBC9"/>
              </a:solidFill>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9-23BF-466A-B7BF-864C1972906C}"/>
              </c:ext>
            </c:extLst>
          </c:dPt>
          <c:dPt>
            <c:idx val="5"/>
            <c:bubble3D val="0"/>
            <c:spPr>
              <a:solidFill>
                <a:srgbClr val="F7DDE4"/>
              </a:solidFill>
              <a:effectLst/>
              <a:scene3d>
                <a:camera prst="orthographicFront"/>
                <a:lightRig rig="threePt" dir="t"/>
              </a:scene3d>
              <a:sp3d prstMaterial="matte">
                <a:bevelT w="63500" h="63500" prst="artDeco"/>
                <a:contourClr>
                  <a:srgbClr val="000000"/>
                </a:contourClr>
              </a:sp3d>
            </c:spPr>
            <c:extLst>
              <c:ext xmlns:c16="http://schemas.microsoft.com/office/drawing/2014/chart" uri="{C3380CC4-5D6E-409C-BE32-E72D297353CC}">
                <c16:uniqueId val="{0000000B-23BF-466A-B7BF-864C1972906C}"/>
              </c:ext>
            </c:extLst>
          </c:dPt>
          <c:dLbls>
            <c:dLbl>
              <c:idx val="0"/>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3BF-466A-B7BF-864C1972906C}"/>
                </c:ext>
              </c:extLst>
            </c:dLbl>
            <c:dLbl>
              <c:idx val="1"/>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3BF-466A-B7BF-864C1972906C}"/>
                </c:ext>
              </c:extLst>
            </c:dLbl>
            <c:dLbl>
              <c:idx val="2"/>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3BF-466A-B7BF-864C1972906C}"/>
                </c:ext>
              </c:extLst>
            </c:dLbl>
            <c:dLbl>
              <c:idx val="3"/>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3BF-466A-B7BF-864C1972906C}"/>
                </c:ext>
              </c:extLst>
            </c:dLbl>
            <c:dLbl>
              <c:idx val="4"/>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3BF-466A-B7BF-864C1972906C}"/>
                </c:ext>
              </c:extLst>
            </c:dLbl>
            <c:dLbl>
              <c:idx val="5"/>
              <c:numFmt formatCode="0%" sourceLinked="0"/>
              <c:spPr/>
              <c:txPr>
                <a:bodyPr/>
                <a:lstStyle/>
                <a:p>
                  <a:pPr>
                    <a:defRPr sz="1000" b="0" i="0" u="none" strike="noStrike">
                      <a:solidFill>
                        <a:srgbClr val="FFFFFF"/>
                      </a:solidFill>
                      <a:latin typeface="Arial"/>
                    </a:defRPr>
                  </a:pPr>
                  <a:endParaRPr lang="ar-SA"/>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23BF-466A-B7BF-864C1972906C}"/>
                </c:ext>
              </c:extLst>
            </c:dLbl>
            <c:numFmt formatCode="0%" sourceLinked="0"/>
            <c:spPr>
              <a:noFill/>
              <a:ln>
                <a:noFill/>
              </a:ln>
              <a:effectLst/>
            </c:spPr>
            <c:txPr>
              <a:bodyPr/>
              <a:lstStyle/>
              <a:p>
                <a:pPr>
                  <a:defRPr sz="1800" b="0" i="0" u="none" strike="noStrike">
                    <a:solidFill>
                      <a:srgbClr val="000000"/>
                    </a:solidFill>
                    <a:latin typeface="Arial"/>
                  </a:defRPr>
                </a:pPr>
                <a:endParaRPr lang="ar-SA"/>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تبرعات ودعم عام</c:v>
                </c:pt>
                <c:pt idx="1">
                  <c:v>العلاج</c:v>
                </c:pt>
                <c:pt idx="2">
                  <c:v>الزكاة</c:v>
                </c:pt>
                <c:pt idx="3">
                  <c:v>العضوية</c:v>
                </c:pt>
                <c:pt idx="4">
                  <c:v>المتجر الإلكتروني</c:v>
                </c:pt>
                <c:pt idx="5">
                  <c:v>منصة تبرع</c:v>
                </c:pt>
              </c:strCache>
            </c:strRef>
          </c:cat>
          <c:val>
            <c:numRef>
              <c:f>Sheet1!$B$2:$B$7</c:f>
              <c:numCache>
                <c:formatCode>General</c:formatCode>
                <c:ptCount val="6"/>
                <c:pt idx="0">
                  <c:v>407495</c:v>
                </c:pt>
                <c:pt idx="1">
                  <c:v>75000</c:v>
                </c:pt>
                <c:pt idx="2">
                  <c:v>70000</c:v>
                </c:pt>
                <c:pt idx="3">
                  <c:v>18000</c:v>
                </c:pt>
                <c:pt idx="4">
                  <c:v>10469</c:v>
                </c:pt>
                <c:pt idx="5">
                  <c:v>1203</c:v>
                </c:pt>
              </c:numCache>
            </c:numRef>
          </c:val>
          <c:extLst>
            <c:ext xmlns:c16="http://schemas.microsoft.com/office/drawing/2014/chart" uri="{C3380CC4-5D6E-409C-BE32-E72D297353CC}">
              <c16:uniqueId val="{0000000C-23BF-466A-B7BF-864C1972906C}"/>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50">
              <a:solidFill>
                <a:srgbClr val="1A1A1A"/>
              </a:solidFill>
            </a:defRPr>
          </a:pPr>
          <a:endParaRPr lang="ar-SA"/>
        </a:p>
      </c:txPr>
    </c:legend>
    <c:plotVisOnly val="1"/>
    <c:dispBlanksAs val="span"/>
    <c:showDLblsOverMax val="1"/>
  </c:chart>
  <c:spPr>
    <a:noFill/>
    <a:ln>
      <a:noFill/>
    </a:ln>
    <a:effectLst/>
  </c:sp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2" dt="2026-08-17T09:38:52.868" idx="1">
    <p:pos x="767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096016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80293" tIns="40147" rIns="80293" bIns="40147"/>
          <a:lstStyle/>
          <a:p>
            <a:endParaRPr lang="en-US" dirty="0"/>
          </a:p>
        </p:txBody>
      </p:sp>
      <p:sp>
        <p:nvSpPr>
          <p:cNvPr id="4" name="Slide Number Placeholder 3"/>
          <p:cNvSpPr>
            <a:spLocks noGrp="1"/>
          </p:cNvSpPr>
          <p:nvPr>
            <p:ph type="sldNum" sz="quarter" idx="10"/>
          </p:nvPr>
        </p:nvSpPr>
        <p:spPr/>
        <p:txBody>
          <a:bodyPr lIns="80293" tIns="40147" rIns="80293" bIns="40147"/>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2919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2137786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C764DE79-268F-4C1A-8933-263129D2AF90}" type="datetimeFigureOut">
              <a:rPr lang="en-US" dirty="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24648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2365573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6909365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772122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7125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C764DE79-268F-4C1A-8933-263129D2AF90}" type="datetimeFigureOut">
              <a:rPr lang="en-US" dirty="0"/>
              <a:t>8/23/2026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75510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C764DE79-268F-4C1A-8933-263129D2AF90}" type="datetimeFigureOut">
              <a:rPr lang="en-US" dirty="0"/>
              <a:t>8/23/2026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953701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92609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482903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780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8/23/2026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6729866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2.xml"/><Relationship Id="rId4" Type="http://schemas.openxmlformats.org/officeDocument/2006/relationships/image" Target="../media/image27.jp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Image 0" descr="/home/claude/tabibi_v2/badge.png"/>
          <p:cNvPicPr>
            <a:picLocks noChangeAspect="1"/>
          </p:cNvPicPr>
          <p:nvPr/>
        </p:nvPicPr>
        <p:blipFill>
          <a:blip r:embed="rId3"/>
          <a:stretch>
            <a:fillRect/>
          </a:stretch>
        </p:blipFill>
        <p:spPr>
          <a:xfrm>
            <a:off x="4724400" y="685800"/>
            <a:ext cx="2743200" cy="2633472"/>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5" name="Text 2"/>
          <p:cNvSpPr/>
          <p:nvPr/>
        </p:nvSpPr>
        <p:spPr>
          <a:xfrm>
            <a:off x="914400" y="3703320"/>
            <a:ext cx="10332720" cy="914400"/>
          </a:xfrm>
          <a:prstGeom prst="rect">
            <a:avLst/>
          </a:prstGeom>
          <a:noFill/>
          <a:ln/>
        </p:spPr>
        <p:txBody>
          <a:bodyPr wrap="square" rtlCol="0" anchor="ctr"/>
          <a:lstStyle/>
          <a:p>
            <a:pPr marL="0" indent="0" algn="ctr" rtl="1">
              <a:buNone/>
            </a:pPr>
            <a:r>
              <a:rPr lang="en-US" sz="4400" b="1" dirty="0">
                <a:solidFill>
                  <a:srgbClr val="A61C46"/>
                </a:solidFill>
                <a:latin typeface="Arial" pitchFamily="34" charset="0"/>
                <a:ea typeface="Arial" pitchFamily="34" charset="-122"/>
                <a:cs typeface="Arial" pitchFamily="34" charset="-120"/>
              </a:rPr>
              <a:t>التقرير النصف سنوي</a:t>
            </a:r>
            <a:endParaRPr lang="en-US" sz="4400" dirty="0"/>
          </a:p>
        </p:txBody>
      </p:sp>
      <p:sp>
        <p:nvSpPr>
          <p:cNvPr id="6" name="Text 3"/>
          <p:cNvSpPr/>
          <p:nvPr/>
        </p:nvSpPr>
        <p:spPr>
          <a:xfrm>
            <a:off x="914400" y="4572000"/>
            <a:ext cx="10332720" cy="594360"/>
          </a:xfrm>
          <a:prstGeom prst="rect">
            <a:avLst/>
          </a:prstGeom>
          <a:noFill/>
          <a:ln/>
        </p:spPr>
        <p:txBody>
          <a:bodyPr wrap="square" rtlCol="0" anchor="ctr"/>
          <a:lstStyle/>
          <a:p>
            <a:pPr marL="0" indent="0" algn="ctr" rtl="1">
              <a:buNone/>
            </a:pPr>
            <a:r>
              <a:rPr lang="en-US" sz="2400" dirty="0">
                <a:solidFill>
                  <a:srgbClr val="1A1A1A"/>
                </a:solidFill>
                <a:latin typeface="Arial" pitchFamily="34" charset="0"/>
                <a:ea typeface="Arial" pitchFamily="34" charset="-122"/>
                <a:cs typeface="Arial" pitchFamily="34" charset="-120"/>
              </a:rPr>
              <a:t>لجمعية طبيبي الأهلية لعام 2026م</a:t>
            </a:r>
            <a:endParaRPr lang="en-US" sz="2400" dirty="0"/>
          </a:p>
        </p:txBody>
      </p:sp>
      <p:sp>
        <p:nvSpPr>
          <p:cNvPr id="7" name="Shape 4"/>
          <p:cNvSpPr/>
          <p:nvPr/>
        </p:nvSpPr>
        <p:spPr>
          <a:xfrm>
            <a:off x="5166360" y="5257800"/>
            <a:ext cx="1828800" cy="0"/>
          </a:xfrm>
          <a:prstGeom prst="line">
            <a:avLst/>
          </a:prstGeom>
          <a:noFill/>
          <a:ln w="19050">
            <a:solidFill>
              <a:srgbClr val="A61C46"/>
            </a:solidFill>
            <a:prstDash val="solid"/>
          </a:ln>
        </p:spPr>
      </p:sp>
      <p:sp>
        <p:nvSpPr>
          <p:cNvPr id="8" name="Text 5"/>
          <p:cNvSpPr/>
          <p:nvPr/>
        </p:nvSpPr>
        <p:spPr>
          <a:xfrm>
            <a:off x="914400" y="5440680"/>
            <a:ext cx="10332720" cy="45720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الفترة </a:t>
            </a:r>
            <a:r>
              <a:rPr lang="en-US" sz="1400" b="1" dirty="0" err="1">
                <a:latin typeface="Arial" pitchFamily="34" charset="0"/>
                <a:ea typeface="Arial" pitchFamily="34" charset="-122"/>
                <a:cs typeface="Arial" pitchFamily="34" charset="-120"/>
              </a:rPr>
              <a:t>من</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 </a:t>
            </a:r>
            <a:r>
              <a:rPr lang="en-US" sz="1400" b="1" dirty="0">
                <a:latin typeface="Arial" pitchFamily="34" charset="0"/>
                <a:ea typeface="Arial" pitchFamily="34" charset="-122"/>
                <a:cs typeface="Arial" pitchFamily="34" charset="-120"/>
              </a:rPr>
              <a:t>1يناير </a:t>
            </a:r>
            <a:r>
              <a:rPr lang="en-US" sz="1400" b="1" dirty="0" err="1">
                <a:latin typeface="Arial" pitchFamily="34" charset="0"/>
                <a:ea typeface="Arial" pitchFamily="34" charset="-122"/>
                <a:cs typeface="Arial" pitchFamily="34" charset="-120"/>
              </a:rPr>
              <a:t>إلى</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يونيو</a:t>
            </a:r>
            <a:r>
              <a:rPr lang="en-US" sz="1400" b="1" dirty="0">
                <a:latin typeface="Arial" pitchFamily="34" charset="0"/>
                <a:ea typeface="Arial" pitchFamily="34" charset="-122"/>
                <a:cs typeface="Arial" pitchFamily="34" charset="-120"/>
              </a:rPr>
              <a:t>  2026 30 م  |  المدينة المنورة</a:t>
            </a:r>
            <a:endParaRPr lang="en-US" sz="1400" b="1" dirty="0"/>
          </a:p>
        </p:txBody>
      </p:sp>
      <p:sp>
        <p:nvSpPr>
          <p:cNvPr id="9" name="Text 6"/>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0"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a:t>
            </a:r>
            <a:endParaRPr lang="en-US" sz="900" dirty="0"/>
          </a:p>
        </p:txBody>
      </p:sp>
      <p:pic>
        <p:nvPicPr>
          <p:cNvPr id="12" name="صورة 11">
            <a:extLst>
              <a:ext uri="{FF2B5EF4-FFF2-40B4-BE49-F238E27FC236}">
                <a16:creationId xmlns:a16="http://schemas.microsoft.com/office/drawing/2014/main" id="{CA7467E7-B1DD-4783-890A-6E3523106574}"/>
              </a:ext>
            </a:extLst>
          </p:cNvPr>
          <p:cNvPicPr>
            <a:picLocks noChangeAspect="1"/>
          </p:cNvPicPr>
          <p:nvPr/>
        </p:nvPicPr>
        <p:blipFill>
          <a:blip r:embed="rId4"/>
          <a:stretch>
            <a:fillRect/>
          </a:stretch>
        </p:blipFill>
        <p:spPr>
          <a:xfrm>
            <a:off x="10207690" y="201168"/>
            <a:ext cx="1803335" cy="141650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13" name="Picture 16">
            <a:extLst>
              <a:ext uri="{FF2B5EF4-FFF2-40B4-BE49-F238E27FC236}">
                <a16:creationId xmlns:a16="http://schemas.microsoft.com/office/drawing/2014/main" id="{74E63BE2-B517-406D-B41D-B843E73A8BDB}"/>
              </a:ext>
            </a:extLst>
          </p:cNvPr>
          <p:cNvPicPr/>
          <p:nvPr/>
        </p:nvPicPr>
        <p:blipFill>
          <a:blip r:embed="rId5">
            <a:extLst>
              <a:ext uri="{28A0092B-C50C-407E-A947-70E740481C1C}">
                <a14:useLocalDpi xmlns:a14="http://schemas.microsoft.com/office/drawing/2010/main" val="0"/>
              </a:ext>
            </a:extLst>
          </a:blip>
          <a:stretch>
            <a:fillRect/>
          </a:stretch>
        </p:blipFill>
        <p:spPr>
          <a:xfrm>
            <a:off x="0" y="5691673"/>
            <a:ext cx="12192000" cy="11663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3" y="-43130"/>
            <a:ext cx="12207944" cy="7004793"/>
          </a:xfrm>
          <a:prstGeom prst="rect">
            <a:avLst/>
          </a:prstGeom>
        </p:spPr>
      </p:pic>
    </p:spTree>
    <p:extLst>
      <p:ext uri="{BB962C8B-B14F-4D97-AF65-F5344CB8AC3E}">
        <p14:creationId xmlns:p14="http://schemas.microsoft.com/office/powerpoint/2010/main" val="2812109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95" y="-60382"/>
            <a:ext cx="12243596" cy="6987396"/>
          </a:xfrm>
          <a:prstGeom prst="rect">
            <a:avLst/>
          </a:prstGeom>
        </p:spPr>
      </p:pic>
    </p:spTree>
    <p:extLst>
      <p:ext uri="{BB962C8B-B14F-4D97-AF65-F5344CB8AC3E}">
        <p14:creationId xmlns:p14="http://schemas.microsoft.com/office/powerpoint/2010/main" val="676588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70" y="-25878"/>
            <a:ext cx="12274079" cy="7004793"/>
          </a:xfrm>
          <a:prstGeom prst="rect">
            <a:avLst/>
          </a:prstGeom>
        </p:spPr>
      </p:pic>
    </p:spTree>
    <p:extLst>
      <p:ext uri="{BB962C8B-B14F-4D97-AF65-F5344CB8AC3E}">
        <p14:creationId xmlns:p14="http://schemas.microsoft.com/office/powerpoint/2010/main" val="1407526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3" y="-25878"/>
            <a:ext cx="12207943" cy="7004649"/>
          </a:xfrm>
          <a:prstGeom prst="rect">
            <a:avLst/>
          </a:prstGeom>
        </p:spPr>
      </p:pic>
    </p:spTree>
    <p:extLst>
      <p:ext uri="{BB962C8B-B14F-4D97-AF65-F5344CB8AC3E}">
        <p14:creationId xmlns:p14="http://schemas.microsoft.com/office/powerpoint/2010/main" val="2645149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صورة 7">
            <a:extLst>
              <a:ext uri="{FF2B5EF4-FFF2-40B4-BE49-F238E27FC236}">
                <a16:creationId xmlns:a16="http://schemas.microsoft.com/office/drawing/2014/main" id="{916C78A0-4A1D-4B89-9481-905E15FC58BF}"/>
              </a:ext>
            </a:extLst>
          </p:cNvPr>
          <p:cNvPicPr>
            <a:picLocks noChangeAspect="1"/>
          </p:cNvPicPr>
          <p:nvPr/>
        </p:nvPicPr>
        <p:blipFill>
          <a:blip r:embed="rId2"/>
          <a:stretch>
            <a:fillRect/>
          </a:stretch>
        </p:blipFill>
        <p:spPr>
          <a:xfrm>
            <a:off x="0" y="0"/>
            <a:ext cx="12192000" cy="6858000"/>
          </a:xfrm>
          <a:prstGeom prst="rect">
            <a:avLst/>
          </a:prstGeom>
        </p:spPr>
      </p:pic>
      <p:sp>
        <p:nvSpPr>
          <p:cNvPr id="9" name="مربع نص 8">
            <a:extLst>
              <a:ext uri="{FF2B5EF4-FFF2-40B4-BE49-F238E27FC236}">
                <a16:creationId xmlns:a16="http://schemas.microsoft.com/office/drawing/2014/main" id="{4B906946-84A1-4776-BF88-89FA99974A95}"/>
              </a:ext>
            </a:extLst>
          </p:cNvPr>
          <p:cNvSpPr txBox="1"/>
          <p:nvPr/>
        </p:nvSpPr>
        <p:spPr>
          <a:xfrm>
            <a:off x="76199" y="270933"/>
            <a:ext cx="7230533" cy="7106369"/>
          </a:xfrm>
          <a:prstGeom prst="rect">
            <a:avLst/>
          </a:prstGeom>
          <a:noFill/>
        </p:spPr>
        <p:txBody>
          <a:bodyPr wrap="square" rtlCol="1">
            <a:spAutoFit/>
          </a:bodyPr>
          <a:lstStyle/>
          <a:p>
            <a:pPr algn="ctr" rtl="0"/>
            <a:r>
              <a:rPr lang="ar-SA" sz="1600" dirty="0">
                <a:solidFill>
                  <a:schemeClr val="bg1"/>
                </a:solidFill>
                <a:effectLst/>
                <a:latin typeface="Arabic Typesetting" panose="03020402040406030203" pitchFamily="66" charset="-78"/>
                <a:ea typeface="Times New Roman" panose="02020603050405020304" pitchFamily="18" charset="0"/>
              </a:rPr>
              <a:t>بسم الله الرحمن الرحيم</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0"/>
            <a:r>
              <a:rPr lang="ar-SA" sz="1600" dirty="0">
                <a:solidFill>
                  <a:schemeClr val="bg1"/>
                </a:solidFill>
                <a:effectLst/>
                <a:latin typeface="Arabic Typesetting" panose="03020402040406030203" pitchFamily="66" charset="-78"/>
                <a:ea typeface="Times New Roman" panose="02020603050405020304" pitchFamily="18" charset="0"/>
              </a:rPr>
              <a:t>الحمد لله رب العالمين، والصلاة والسلام على نبينا محمد وعلى </a:t>
            </a:r>
            <a:r>
              <a:rPr lang="ar-SA" sz="1600" dirty="0" err="1">
                <a:solidFill>
                  <a:schemeClr val="bg1"/>
                </a:solidFill>
                <a:effectLst/>
                <a:latin typeface="Arabic Typesetting" panose="03020402040406030203" pitchFamily="66" charset="-78"/>
                <a:ea typeface="Times New Roman" panose="02020603050405020304" pitchFamily="18" charset="0"/>
              </a:rPr>
              <a:t>آله</a:t>
            </a:r>
            <a:r>
              <a:rPr lang="ar-SA" sz="1600" dirty="0">
                <a:solidFill>
                  <a:schemeClr val="bg1"/>
                </a:solidFill>
                <a:effectLst/>
                <a:latin typeface="Arabic Typesetting" panose="03020402040406030203" pitchFamily="66" charset="-78"/>
                <a:ea typeface="Times New Roman" panose="02020603050405020304" pitchFamily="18" charset="0"/>
              </a:rPr>
              <a:t> وصحبه أجمعين</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الإخوة والأخوات أعضاء الجمعية العمومية، وأعضاء مجلس الإدارة، والزملاء والزميلات في جمعية طبيبي الأهلية.</a:t>
            </a:r>
            <a:br>
              <a:rPr lang="en-US" sz="1600" dirty="0">
                <a:solidFill>
                  <a:schemeClr val="bg1"/>
                </a:solidFill>
                <a:effectLst/>
                <a:latin typeface="Arabic Typesetting" panose="03020402040406030203" pitchFamily="66" charset="-78"/>
                <a:ea typeface="Times New Roman" panose="02020603050405020304" pitchFamily="18" charset="0"/>
              </a:rPr>
            </a:br>
            <a:r>
              <a:rPr lang="ar-SA" sz="1600" dirty="0">
                <a:solidFill>
                  <a:schemeClr val="bg1"/>
                </a:solidFill>
                <a:effectLst/>
                <a:latin typeface="Arabic Typesetting" panose="03020402040406030203" pitchFamily="66" charset="-78"/>
                <a:ea typeface="Times New Roman" panose="02020603050405020304" pitchFamily="18" charset="0"/>
              </a:rPr>
              <a:t>السلام عليكم ورحمة الله وبركاته،</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0"/>
            <a:r>
              <a:rPr lang="ar-SA" sz="1600" dirty="0">
                <a:solidFill>
                  <a:schemeClr val="bg1"/>
                </a:solidFill>
                <a:effectLst/>
                <a:latin typeface="Arabic Typesetting" panose="03020402040406030203" pitchFamily="66" charset="-78"/>
                <a:ea typeface="Times New Roman" panose="02020603050405020304" pitchFamily="18" charset="0"/>
              </a:rPr>
              <a:t>يسعدني أن أرحب بكم في هذا اللقاء الذي نستعرض من خلاله التقرير النصف سنوي لجمعية طبيبي الأهلية، والذي يأتي تأكيدًا على حرص الجمعية على الشفافية، والحوكمة، ووضوح الإنجاز، ومشاركة أصحاب العلاقة في مسيرة العمل</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لقد شهد النصف الأول من هذا العام جهودًا متواصلة لتطوير أعمال الجمعية إداريًا وماليًا وبرامجيًا، وتحسين كفاءة الأداء، وتعزيز جودة الخدمات والمبادرات التي تقدمها الجمعية للمستفيدين</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وما تحقق من أعمال وإنجازات لم يكن ليتحقق بعد توفيق الله إلا بفضل تكامل الجهود بين مجلس الإدارة        و الجمعية العمومية والإدارة التنفيذية، وبفضل ما نجده من دعم وثقة من شركائنا وداعمينا، الذين نقدر لهم إسهاماتهم ووقوفهم المستمر مع رسالة الجمعية وأهدافها</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كما أن استعراض هذا التقرير لا يمثل مجرد عرض لما تم إنجازه، بل هو وقفة تقييم ومراجعة لما تحقق، وتحديد لما يمكن تطويره وتحسينه خلال المرحلة القادمة، بما يسهم في رفع كفاءة الجمعية وتعظيم أثرها الاجتماعي والصحي</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ونحن في مجلس الإدارة نؤكد التزامنا بمواصلة العمل على تطوير الأداء المؤسسي، وتعزيز الحوكمة والاستدامة المالية، وتنفيذ البرامج والمبادرات التي تحقق أثرًا ملموسًا ومستدامًا للمستفيدين والمجتمع</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وفي الختام، أتقدم بخالص الشكر والتقدير لكل من أسهم في إنجاز أعمال الجمعية خلال الفترة الماضية، من أعضاء مجلس الإدارة والإدارة التنفيذية والعاملين والمتطوعين والشركاء والداعمين، سائلين الله أن يبارك في جهود الجميع، وأن يوفقنا لما فيه خدمة المجتمع وتحقيق رسالة جمعية طبيبي الأهلية</a:t>
            </a:r>
            <a:r>
              <a:rPr lang="en-US" sz="1600" dirty="0">
                <a:solidFill>
                  <a:schemeClr val="bg1"/>
                </a:solidFill>
                <a:effectLst/>
                <a:latin typeface="Arabic Typesetting" panose="03020402040406030203" pitchFamily="66" charset="-78"/>
                <a:ea typeface="Times New Roman" panose="02020603050405020304" pitchFamily="18" charset="0"/>
              </a:rPr>
              <a:t>.</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والسلام عليكم ورحمة الله وبركاته. </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0"/>
            <a:r>
              <a:rPr lang="ar-SA" sz="1600" dirty="0">
                <a:solidFill>
                  <a:schemeClr val="bg1"/>
                </a:solidFill>
                <a:effectLst/>
                <a:latin typeface="Arabic Typesetting" panose="03020402040406030203" pitchFamily="66" charset="-78"/>
                <a:ea typeface="Times New Roman" panose="02020603050405020304" pitchFamily="18" charset="0"/>
              </a:rPr>
              <a:t> </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0"/>
            <a:r>
              <a:rPr lang="ar-SA" sz="1600" dirty="0">
                <a:solidFill>
                  <a:schemeClr val="bg1"/>
                </a:solidFill>
                <a:effectLst/>
                <a:latin typeface="Arabic Typesetting" panose="03020402040406030203" pitchFamily="66" charset="-78"/>
                <a:ea typeface="Times New Roman" panose="02020603050405020304" pitchFamily="18" charset="0"/>
              </a:rPr>
              <a:t> </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0"/>
            <a:r>
              <a:rPr lang="ar-SA" sz="1600" dirty="0">
                <a:solidFill>
                  <a:schemeClr val="bg1"/>
                </a:solidFill>
                <a:effectLst/>
                <a:latin typeface="Arabic Typesetting" panose="03020402040406030203" pitchFamily="66" charset="-78"/>
                <a:ea typeface="Times New Roman" panose="02020603050405020304" pitchFamily="18" charset="0"/>
              </a:rPr>
              <a:t>             أخوكم           </a:t>
            </a:r>
            <a:r>
              <a:rPr lang="en-US" sz="1600" dirty="0">
                <a:solidFill>
                  <a:schemeClr val="bg1"/>
                </a:solidFill>
                <a:effectLst/>
                <a:latin typeface="Arabic Typesetting" panose="03020402040406030203" pitchFamily="66" charset="-78"/>
                <a:ea typeface="Times New Roman" panose="02020603050405020304" pitchFamily="18" charset="0"/>
              </a:rPr>
              <a:t>   </a:t>
            </a:r>
          </a:p>
          <a:p>
            <a:pPr algn="ctr" rtl="0"/>
            <a:r>
              <a:rPr lang="ar-SA" sz="1600" dirty="0">
                <a:solidFill>
                  <a:schemeClr val="bg1"/>
                </a:solidFill>
                <a:effectLst/>
                <a:latin typeface="Arabic Typesetting" panose="03020402040406030203" pitchFamily="66" charset="-78"/>
                <a:ea typeface="Times New Roman" panose="02020603050405020304" pitchFamily="18" charset="0"/>
              </a:rPr>
              <a:t>أ د/ منصور محمد النزهة</a:t>
            </a:r>
            <a:endParaRPr lang="en-US" sz="1600" dirty="0">
              <a:solidFill>
                <a:schemeClr val="bg1"/>
              </a:solidFill>
              <a:effectLst/>
              <a:latin typeface="Arabic Typesetting" panose="03020402040406030203" pitchFamily="66" charset="-78"/>
              <a:ea typeface="Times New Roman" panose="02020603050405020304" pitchFamily="18" charset="0"/>
            </a:endParaRPr>
          </a:p>
          <a:p>
            <a:pPr algn="ctr" rtl="1">
              <a:lnSpc>
                <a:spcPct val="107000"/>
              </a:lnSpc>
              <a:spcAft>
                <a:spcPts val="800"/>
              </a:spcAft>
            </a:pPr>
            <a:r>
              <a:rPr lang="en-US" sz="1600" dirty="0">
                <a:solidFill>
                  <a:schemeClr val="bg1"/>
                </a:solidFill>
                <a:effectLst/>
                <a:latin typeface="Arabic Typesetting" panose="03020402040406030203" pitchFamily="66" charset="-78"/>
                <a:ea typeface="Calibri" panose="020F0502020204030204" pitchFamily="34" charset="0"/>
              </a:rPr>
              <a:t> </a:t>
            </a:r>
          </a:p>
          <a:p>
            <a:pPr algn="ctr"/>
            <a:endParaRPr lang="ar-SA" sz="1600" dirty="0">
              <a:solidFill>
                <a:schemeClr val="bg1"/>
              </a:solidFill>
              <a:latin typeface="Arabic Typesetting" panose="03020402040406030203" pitchFamily="66" charset="-78"/>
            </a:endParaRPr>
          </a:p>
        </p:txBody>
      </p:sp>
    </p:spTree>
    <p:extLst>
      <p:ext uri="{BB962C8B-B14F-4D97-AF65-F5344CB8AC3E}">
        <p14:creationId xmlns:p14="http://schemas.microsoft.com/office/powerpoint/2010/main" val="3994096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72528" y="388465"/>
            <a:ext cx="11800936" cy="68580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3" name="Text 1"/>
          <p:cNvSpPr/>
          <p:nvPr/>
        </p:nvSpPr>
        <p:spPr>
          <a:xfrm>
            <a:off x="472900" y="371459"/>
            <a:ext cx="11274552" cy="685800"/>
          </a:xfrm>
          <a:prstGeom prst="rect">
            <a:avLst/>
          </a:prstGeom>
          <a:noFill/>
          <a:ln/>
        </p:spPr>
        <p:txBody>
          <a:bodyPr wrap="square" rtlCol="0" anchor="ctr"/>
          <a:lstStyle/>
          <a:p>
            <a:pPr marL="0" indent="0" algn="ctr" rtl="1">
              <a:buNone/>
            </a:pPr>
            <a:r>
              <a:rPr lang="en-US" sz="2200" b="1" dirty="0">
                <a:solidFill>
                  <a:schemeClr val="bg1"/>
                </a:solidFill>
                <a:latin typeface="Arial" pitchFamily="34" charset="0"/>
                <a:ea typeface="Arial" pitchFamily="34" charset="-122"/>
                <a:cs typeface="Arial" pitchFamily="34" charset="-120"/>
              </a:rPr>
              <a:t>التقرير النصف سنوي لعام 2026م</a:t>
            </a:r>
            <a:endParaRPr lang="en-US" sz="2200" dirty="0">
              <a:solidFill>
                <a:schemeClr val="bg1"/>
              </a:solidFill>
            </a:endParaRPr>
          </a:p>
        </p:txBody>
      </p:sp>
      <p:sp>
        <p:nvSpPr>
          <p:cNvPr id="4" name="Shape 2"/>
          <p:cNvSpPr/>
          <p:nvPr/>
        </p:nvSpPr>
        <p:spPr>
          <a:xfrm>
            <a:off x="8854751" y="1261039"/>
            <a:ext cx="1960424" cy="760818"/>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5" name="Text 3"/>
          <p:cNvSpPr/>
          <p:nvPr/>
        </p:nvSpPr>
        <p:spPr>
          <a:xfrm>
            <a:off x="9103443" y="1393454"/>
            <a:ext cx="1463040" cy="384048"/>
          </a:xfrm>
          <a:prstGeom prst="rect">
            <a:avLst/>
          </a:prstGeom>
          <a:noFill/>
          <a:ln/>
        </p:spPr>
        <p:txBody>
          <a:bodyPr wrap="square" rtlCol="0" anchor="ctr"/>
          <a:lstStyle/>
          <a:p>
            <a:pPr marL="0" indent="0" algn="ctr" rtl="1">
              <a:buNone/>
            </a:pPr>
            <a:r>
              <a:rPr lang="en-US" sz="2000" b="1" dirty="0">
                <a:latin typeface="Arial" pitchFamily="34" charset="0"/>
                <a:ea typeface="Arial" pitchFamily="34" charset="-122"/>
                <a:cs typeface="Arial" pitchFamily="34" charset="-120"/>
              </a:rPr>
              <a:t>الجهة:</a:t>
            </a:r>
            <a:endParaRPr lang="en-US" sz="2000" dirty="0"/>
          </a:p>
        </p:txBody>
      </p:sp>
      <p:sp>
        <p:nvSpPr>
          <p:cNvPr id="6" name="Text 4"/>
          <p:cNvSpPr/>
          <p:nvPr/>
        </p:nvSpPr>
        <p:spPr>
          <a:xfrm>
            <a:off x="2805194" y="2109059"/>
            <a:ext cx="8321040" cy="384048"/>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جمعية طبيبي الأهلية بالمدينة المنورة</a:t>
            </a:r>
            <a:endParaRPr lang="en-US" sz="1400" b="1" dirty="0"/>
          </a:p>
        </p:txBody>
      </p:sp>
      <p:sp>
        <p:nvSpPr>
          <p:cNvPr id="7" name="Shape 5"/>
          <p:cNvSpPr/>
          <p:nvPr/>
        </p:nvSpPr>
        <p:spPr>
          <a:xfrm>
            <a:off x="1438252" y="1251910"/>
            <a:ext cx="1960424" cy="880074"/>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8" name="Text 6"/>
          <p:cNvSpPr/>
          <p:nvPr/>
        </p:nvSpPr>
        <p:spPr>
          <a:xfrm>
            <a:off x="1625517" y="1408176"/>
            <a:ext cx="1463040" cy="384048"/>
          </a:xfrm>
          <a:prstGeom prst="rect">
            <a:avLst/>
          </a:prstGeom>
          <a:noFill/>
          <a:ln/>
        </p:spPr>
        <p:txBody>
          <a:bodyPr wrap="square" rtlCol="0" anchor="ctr"/>
          <a:lstStyle/>
          <a:p>
            <a:pPr marL="0" indent="0" algn="ctr" rtl="1">
              <a:buNone/>
            </a:pPr>
            <a:r>
              <a:rPr lang="en-US" sz="2000" b="1" dirty="0">
                <a:latin typeface="Arial" pitchFamily="34" charset="0"/>
                <a:ea typeface="Arial" pitchFamily="34" charset="-122"/>
                <a:cs typeface="Arial" pitchFamily="34" charset="-120"/>
              </a:rPr>
              <a:t>مقدم إلى:</a:t>
            </a:r>
            <a:endParaRPr lang="en-US" sz="2000" dirty="0"/>
          </a:p>
        </p:txBody>
      </p:sp>
      <p:sp>
        <p:nvSpPr>
          <p:cNvPr id="9" name="Text 7"/>
          <p:cNvSpPr/>
          <p:nvPr/>
        </p:nvSpPr>
        <p:spPr>
          <a:xfrm>
            <a:off x="-5232483" y="2156714"/>
            <a:ext cx="8321040" cy="384048"/>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مجلس الإدارة الموقر</a:t>
            </a:r>
            <a:endParaRPr lang="en-US" sz="1400" b="1" dirty="0"/>
          </a:p>
        </p:txBody>
      </p:sp>
      <p:sp>
        <p:nvSpPr>
          <p:cNvPr id="10" name="Shape 8"/>
          <p:cNvSpPr/>
          <p:nvPr/>
        </p:nvSpPr>
        <p:spPr>
          <a:xfrm>
            <a:off x="10034665" y="2535555"/>
            <a:ext cx="2002820" cy="804242"/>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1" name="Text 9"/>
          <p:cNvSpPr/>
          <p:nvPr/>
        </p:nvSpPr>
        <p:spPr>
          <a:xfrm>
            <a:off x="10368761" y="2735675"/>
            <a:ext cx="1463040" cy="384048"/>
          </a:xfrm>
          <a:prstGeom prst="rect">
            <a:avLst/>
          </a:prstGeom>
          <a:noFill/>
          <a:ln/>
        </p:spPr>
        <p:txBody>
          <a:bodyPr wrap="square" rtlCol="0" anchor="ctr"/>
          <a:lstStyle/>
          <a:p>
            <a:pPr marL="0" indent="0" algn="ctr" rtl="1">
              <a:buNone/>
            </a:pPr>
            <a:r>
              <a:rPr lang="en-US" sz="2000" b="1" dirty="0">
                <a:latin typeface="Arial" pitchFamily="34" charset="0"/>
                <a:ea typeface="Arial" pitchFamily="34" charset="-122"/>
                <a:cs typeface="Arial" pitchFamily="34" charset="-120"/>
              </a:rPr>
              <a:t>إعداد:</a:t>
            </a:r>
            <a:endParaRPr lang="en-US" sz="2000" dirty="0"/>
          </a:p>
        </p:txBody>
      </p:sp>
      <p:sp>
        <p:nvSpPr>
          <p:cNvPr id="12" name="Text 10"/>
          <p:cNvSpPr/>
          <p:nvPr/>
        </p:nvSpPr>
        <p:spPr>
          <a:xfrm>
            <a:off x="3867912" y="3310663"/>
            <a:ext cx="8321040" cy="384048"/>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 </a:t>
            </a:r>
            <a:r>
              <a:rPr lang="en-US" sz="1400" b="1" dirty="0" err="1">
                <a:latin typeface="Arial" pitchFamily="34" charset="0"/>
                <a:ea typeface="Arial" pitchFamily="34" charset="-122"/>
                <a:cs typeface="Arial" pitchFamily="34" charset="-120"/>
              </a:rPr>
              <a:t>بيان</a:t>
            </a:r>
            <a:r>
              <a:rPr lang="ar-SA" sz="1400" b="1" dirty="0">
                <a:latin typeface="Arial" pitchFamily="34" charset="0"/>
                <a:ea typeface="Arial" pitchFamily="34" charset="-122"/>
                <a:cs typeface="Arial" pitchFamily="34" charset="-120"/>
              </a:rPr>
              <a:t> بن سعد</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a:t>
            </a:r>
            <a:r>
              <a:rPr lang="ar-SA" sz="1400" b="1" dirty="0">
                <a:latin typeface="Arial" pitchFamily="34" charset="0"/>
                <a:ea typeface="Arial" pitchFamily="34" charset="-122"/>
                <a:cs typeface="Arial" pitchFamily="34" charset="-120"/>
              </a:rPr>
              <a:t>محمدي</a:t>
            </a:r>
            <a:r>
              <a:rPr lang="en-US" sz="1400" b="1" dirty="0">
                <a:latin typeface="Arial" pitchFamily="34" charset="0"/>
                <a:ea typeface="Arial" pitchFamily="34" charset="-122"/>
                <a:cs typeface="Arial" pitchFamily="34" charset="-120"/>
              </a:rPr>
              <a:t> - المدير التنفيذي</a:t>
            </a:r>
            <a:endParaRPr lang="en-US" sz="1400" b="1" dirty="0"/>
          </a:p>
        </p:txBody>
      </p:sp>
      <p:sp>
        <p:nvSpPr>
          <p:cNvPr id="13" name="Shape 11"/>
          <p:cNvSpPr/>
          <p:nvPr/>
        </p:nvSpPr>
        <p:spPr>
          <a:xfrm>
            <a:off x="111507" y="2543464"/>
            <a:ext cx="2046515" cy="824151"/>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4" name="Text 12"/>
          <p:cNvSpPr/>
          <p:nvPr/>
        </p:nvSpPr>
        <p:spPr>
          <a:xfrm>
            <a:off x="403244" y="2704382"/>
            <a:ext cx="1463040" cy="384048"/>
          </a:xfrm>
          <a:prstGeom prst="rect">
            <a:avLst/>
          </a:prstGeom>
          <a:noFill/>
          <a:ln/>
        </p:spPr>
        <p:txBody>
          <a:bodyPr wrap="square" rtlCol="0" anchor="ctr"/>
          <a:lstStyle/>
          <a:p>
            <a:pPr marL="0" indent="0" algn="ctr" rtl="1">
              <a:buNone/>
            </a:pPr>
            <a:r>
              <a:rPr lang="en-US" sz="2000" b="1" dirty="0">
                <a:latin typeface="Arial" pitchFamily="34" charset="0"/>
                <a:ea typeface="Arial" pitchFamily="34" charset="-122"/>
                <a:cs typeface="Arial" pitchFamily="34" charset="-120"/>
              </a:rPr>
              <a:t>التاريخ:</a:t>
            </a:r>
            <a:endParaRPr lang="en-US" sz="2000" dirty="0"/>
          </a:p>
        </p:txBody>
      </p:sp>
      <p:sp>
        <p:nvSpPr>
          <p:cNvPr id="15" name="Text 13"/>
          <p:cNvSpPr/>
          <p:nvPr/>
        </p:nvSpPr>
        <p:spPr>
          <a:xfrm>
            <a:off x="-6387084" y="3319555"/>
            <a:ext cx="8321040" cy="384048"/>
          </a:xfrm>
          <a:prstGeom prst="rect">
            <a:avLst/>
          </a:prstGeom>
          <a:noFill/>
          <a:ln/>
        </p:spPr>
        <p:txBody>
          <a:bodyPr wrap="square" rtlCol="0" anchor="ctr"/>
          <a:lstStyle/>
          <a:p>
            <a:pPr marL="0" indent="0" algn="r" rtl="1">
              <a:buNone/>
            </a:pPr>
            <a:endParaRPr lang="en-US" sz="1400" b="1" dirty="0"/>
          </a:p>
        </p:txBody>
      </p:sp>
      <p:sp>
        <p:nvSpPr>
          <p:cNvPr id="16" name="Shape 14"/>
          <p:cNvSpPr/>
          <p:nvPr/>
        </p:nvSpPr>
        <p:spPr>
          <a:xfrm>
            <a:off x="172528" y="3657600"/>
            <a:ext cx="11864957" cy="5029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7" name="Text 15"/>
          <p:cNvSpPr/>
          <p:nvPr/>
        </p:nvSpPr>
        <p:spPr>
          <a:xfrm>
            <a:off x="457200" y="3657600"/>
            <a:ext cx="11274552" cy="502920"/>
          </a:xfrm>
          <a:prstGeom prst="rect">
            <a:avLst/>
          </a:prstGeom>
          <a:noFill/>
          <a:ln/>
        </p:spPr>
        <p:txBody>
          <a:bodyPr wrap="square" rtlCol="0" anchor="ctr"/>
          <a:lstStyle/>
          <a:p>
            <a:pPr marL="0" indent="0" algn="ctr" rtl="1">
              <a:buNone/>
            </a:pPr>
            <a:r>
              <a:rPr lang="en-US" sz="1800" b="1" dirty="0">
                <a:latin typeface="Arial" pitchFamily="34" charset="0"/>
                <a:ea typeface="Arial" pitchFamily="34" charset="-122"/>
                <a:cs typeface="Arial" pitchFamily="34" charset="-120"/>
              </a:rPr>
              <a:t>مقدمة التقرير</a:t>
            </a:r>
            <a:endParaRPr lang="en-US" sz="1800" dirty="0"/>
          </a:p>
        </p:txBody>
      </p:sp>
      <p:sp>
        <p:nvSpPr>
          <p:cNvPr id="18" name="Text 16"/>
          <p:cNvSpPr/>
          <p:nvPr/>
        </p:nvSpPr>
        <p:spPr>
          <a:xfrm>
            <a:off x="548640" y="4343400"/>
            <a:ext cx="11064240" cy="914400"/>
          </a:xfrm>
          <a:prstGeom prst="rect">
            <a:avLst/>
          </a:prstGeom>
          <a:noFill/>
          <a:ln/>
        </p:spPr>
        <p:txBody>
          <a:bodyPr wrap="square" rtlCol="0" anchor="ctr"/>
          <a:lstStyle/>
          <a:p>
            <a:pPr marL="0" indent="0" algn="r" rtl="1">
              <a:lnSpc>
                <a:spcPct val="130000"/>
              </a:lnSpc>
              <a:buNone/>
            </a:pPr>
            <a:r>
              <a:rPr lang="en-US" sz="1400" b="1" dirty="0">
                <a:latin typeface="Arial" pitchFamily="34" charset="0"/>
                <a:ea typeface="Arial" pitchFamily="34" charset="-122"/>
                <a:cs typeface="Arial" pitchFamily="34" charset="-120"/>
              </a:rPr>
              <a:t>الحمد لله رب العالمين، والصلاة والسلام على أشرف الأنبياء والمرسلين، وبعد.. يُسعدنا في الإدارة التنفيذية لجمعية طبيبي الأهلية أن نضع بين أيدي مجلسكم الموقر هذا التقرير الشامل، والذي يُلخص مسيرة الإنجاز والعمل الدؤوب خلال النصف الأول من عام 2026م.</a:t>
            </a:r>
            <a:endParaRPr lang="en-US" sz="1400" b="1" dirty="0"/>
          </a:p>
        </p:txBody>
      </p:sp>
      <p:sp>
        <p:nvSpPr>
          <p:cNvPr id="19" name="Text 17"/>
          <p:cNvSpPr/>
          <p:nvPr/>
        </p:nvSpPr>
        <p:spPr>
          <a:xfrm>
            <a:off x="548640" y="5015791"/>
            <a:ext cx="11064240" cy="914400"/>
          </a:xfrm>
          <a:prstGeom prst="rect">
            <a:avLst/>
          </a:prstGeom>
          <a:noFill/>
          <a:ln/>
        </p:spPr>
        <p:txBody>
          <a:bodyPr wrap="square" rtlCol="0" anchor="ctr"/>
          <a:lstStyle/>
          <a:p>
            <a:pPr marL="0" indent="0" algn="r" rtl="1">
              <a:lnSpc>
                <a:spcPct val="130000"/>
              </a:lnSpc>
              <a:buNone/>
            </a:pPr>
            <a:r>
              <a:rPr lang="en-US" sz="1400" b="1" dirty="0">
                <a:latin typeface="Arial" pitchFamily="34" charset="0"/>
                <a:ea typeface="Arial" pitchFamily="34" charset="-122"/>
                <a:cs typeface="Arial" pitchFamily="34" charset="-120"/>
              </a:rPr>
              <a:t>لقد تركزت جهودنا خلال هذه الفترة على ترسيخ البنية المؤسسية للجمعية، ورفع كفاءة الأداء المالي والإداري، وتوسيع دائرة الشراكات الاستراتيجية لضمان استدامة الخدمات الطبية المقدمة لمستفيدينا.</a:t>
            </a:r>
            <a:endParaRPr lang="en-US" sz="1400" b="1" dirty="0"/>
          </a:p>
        </p:txBody>
      </p:sp>
      <p:sp>
        <p:nvSpPr>
          <p:cNvPr id="20" name="Text 18"/>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2</a:t>
            </a:r>
            <a:endParaRPr lang="en-US" sz="900" dirty="0"/>
          </a:p>
        </p:txBody>
      </p:sp>
      <p:pic>
        <p:nvPicPr>
          <p:cNvPr id="22" name="صورة 21">
            <a:extLst>
              <a:ext uri="{FF2B5EF4-FFF2-40B4-BE49-F238E27FC236}">
                <a16:creationId xmlns:a16="http://schemas.microsoft.com/office/drawing/2014/main" id="{0289E3F3-7015-4E10-B609-68ABC5E2E183}"/>
              </a:ext>
            </a:extLst>
          </p:cNvPr>
          <p:cNvPicPr>
            <a:picLocks noChangeAspect="1"/>
          </p:cNvPicPr>
          <p:nvPr/>
        </p:nvPicPr>
        <p:blipFill>
          <a:blip r:embed="rId3"/>
          <a:stretch>
            <a:fillRect/>
          </a:stretch>
        </p:blipFill>
        <p:spPr>
          <a:xfrm>
            <a:off x="4974114" y="1243736"/>
            <a:ext cx="2304051" cy="2175967"/>
          </a:xfrm>
          <a:prstGeom prst="rect">
            <a:avLst/>
          </a:prstGeom>
        </p:spPr>
      </p:pic>
      <p:pic>
        <p:nvPicPr>
          <p:cNvPr id="24" name="Picture 16">
            <a:extLst>
              <a:ext uri="{FF2B5EF4-FFF2-40B4-BE49-F238E27FC236}">
                <a16:creationId xmlns:a16="http://schemas.microsoft.com/office/drawing/2014/main" id="{194C6678-030F-4BD2-865B-5D54929DAD4A}"/>
              </a:ext>
            </a:extLst>
          </p:cNvPr>
          <p:cNvPicPr/>
          <p:nvPr/>
        </p:nvPicPr>
        <p:blipFill>
          <a:blip r:embed="rId4">
            <a:extLst>
              <a:ext uri="{28A0092B-C50C-407E-A947-70E740481C1C}">
                <a14:useLocalDpi xmlns:a14="http://schemas.microsoft.com/office/drawing/2010/main" val="0"/>
              </a:ext>
            </a:extLst>
          </a:blip>
          <a:stretch>
            <a:fillRect/>
          </a:stretch>
        </p:blipFill>
        <p:spPr>
          <a:xfrm>
            <a:off x="0" y="5710335"/>
            <a:ext cx="12192000" cy="11476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3CFA563-D1A6-4CCC-A19A-26229CCC2E62}"/>
              </a:ext>
            </a:extLst>
          </p:cNvPr>
          <p:cNvSpPr/>
          <p:nvPr/>
        </p:nvSpPr>
        <p:spPr>
          <a:xfrm>
            <a:off x="3482771" y="215660"/>
            <a:ext cx="6716591" cy="680452"/>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3000" dirty="0">
                <a:solidFill>
                  <a:schemeClr val="bg1"/>
                </a:solidFill>
              </a:rPr>
              <a:t>الفهرس</a:t>
            </a:r>
            <a:endParaRPr lang="en-US" sz="3000" dirty="0">
              <a:solidFill>
                <a:schemeClr val="bg1"/>
              </a:solidFill>
            </a:endParaRPr>
          </a:p>
        </p:txBody>
      </p:sp>
      <p:graphicFrame>
        <p:nvGraphicFramePr>
          <p:cNvPr id="3" name="جدول 3">
            <a:extLst>
              <a:ext uri="{FF2B5EF4-FFF2-40B4-BE49-F238E27FC236}">
                <a16:creationId xmlns:a16="http://schemas.microsoft.com/office/drawing/2014/main" id="{C3E9A000-DD7C-4FAC-B0A8-50FA40046268}"/>
              </a:ext>
            </a:extLst>
          </p:cNvPr>
          <p:cNvGraphicFramePr>
            <a:graphicFrameLocks noGrp="1"/>
          </p:cNvGraphicFramePr>
          <p:nvPr>
            <p:extLst>
              <p:ext uri="{D42A27DB-BD31-4B8C-83A1-F6EECF244321}">
                <p14:modId xmlns:p14="http://schemas.microsoft.com/office/powerpoint/2010/main" val="3531675295"/>
              </p:ext>
            </p:extLst>
          </p:nvPr>
        </p:nvGraphicFramePr>
        <p:xfrm>
          <a:off x="804333" y="1532466"/>
          <a:ext cx="10837331" cy="5041517"/>
        </p:xfrm>
        <a:graphic>
          <a:graphicData uri="http://schemas.openxmlformats.org/drawingml/2006/table">
            <a:tbl>
              <a:tblPr rtl="1" firstRow="1" bandRow="1">
                <a:tableStyleId>{616DA210-FB5B-4158-B5E0-FEB733F419BA}</a:tableStyleId>
              </a:tblPr>
              <a:tblGrid>
                <a:gridCol w="835374">
                  <a:extLst>
                    <a:ext uri="{9D8B030D-6E8A-4147-A177-3AD203B41FA5}">
                      <a16:colId xmlns:a16="http://schemas.microsoft.com/office/drawing/2014/main" val="44248567"/>
                    </a:ext>
                  </a:extLst>
                </a:gridCol>
                <a:gridCol w="8037689">
                  <a:extLst>
                    <a:ext uri="{9D8B030D-6E8A-4147-A177-3AD203B41FA5}">
                      <a16:colId xmlns:a16="http://schemas.microsoft.com/office/drawing/2014/main" val="3839463037"/>
                    </a:ext>
                  </a:extLst>
                </a:gridCol>
                <a:gridCol w="1964268">
                  <a:extLst>
                    <a:ext uri="{9D8B030D-6E8A-4147-A177-3AD203B41FA5}">
                      <a16:colId xmlns:a16="http://schemas.microsoft.com/office/drawing/2014/main" val="1663815059"/>
                    </a:ext>
                  </a:extLst>
                </a:gridCol>
              </a:tblGrid>
              <a:tr h="419485">
                <a:tc>
                  <a:txBody>
                    <a:bodyPr/>
                    <a:lstStyle/>
                    <a:p>
                      <a:pPr algn="ctr" rtl="1"/>
                      <a:r>
                        <a:rPr lang="ar-SA" b="1" dirty="0">
                          <a:solidFill>
                            <a:schemeClr val="bg1"/>
                          </a:solidFill>
                          <a:effectLst>
                            <a:outerShdw blurRad="38100" dist="38100" dir="2700000" algn="tl">
                              <a:srgbClr val="000000">
                                <a:alpha val="43137"/>
                              </a:srgbClr>
                            </a:outerShdw>
                          </a:effectLst>
                          <a:cs typeface="+mn-cs"/>
                        </a:rPr>
                        <a:t>م</a:t>
                      </a:r>
                    </a:p>
                  </a:txBody>
                  <a:tcPr>
                    <a:cell3D prstMaterial="dkEdge">
                      <a:bevel/>
                      <a:lightRig rig="flood" dir="t"/>
                    </a:cell3D>
                    <a:solidFill>
                      <a:srgbClr val="952D43"/>
                    </a:solidFill>
                  </a:tcPr>
                </a:tc>
                <a:tc>
                  <a:txBody>
                    <a:bodyPr/>
                    <a:lstStyle/>
                    <a:p>
                      <a:pPr algn="ctr" rtl="1"/>
                      <a:r>
                        <a:rPr lang="ar-SA" b="1" dirty="0">
                          <a:solidFill>
                            <a:schemeClr val="bg1"/>
                          </a:solidFill>
                          <a:effectLst>
                            <a:outerShdw blurRad="38100" dist="38100" dir="2700000" algn="tl">
                              <a:srgbClr val="000000">
                                <a:alpha val="43137"/>
                              </a:srgbClr>
                            </a:outerShdw>
                          </a:effectLst>
                          <a:cs typeface="+mn-cs"/>
                        </a:rPr>
                        <a:t>المحتوى</a:t>
                      </a:r>
                    </a:p>
                  </a:txBody>
                  <a:tcPr>
                    <a:cell3D prstMaterial="dkEdge">
                      <a:bevel/>
                      <a:lightRig rig="flood" dir="t"/>
                    </a:cell3D>
                    <a:solidFill>
                      <a:srgbClr val="952D43"/>
                    </a:solidFill>
                  </a:tcPr>
                </a:tc>
                <a:tc>
                  <a:txBody>
                    <a:bodyPr/>
                    <a:lstStyle/>
                    <a:p>
                      <a:pPr algn="ctr" rtl="1"/>
                      <a:r>
                        <a:rPr lang="ar-SA" b="1" dirty="0">
                          <a:solidFill>
                            <a:schemeClr val="bg1"/>
                          </a:solidFill>
                          <a:effectLst>
                            <a:outerShdw blurRad="38100" dist="38100" dir="2700000" algn="tl">
                              <a:srgbClr val="000000">
                                <a:alpha val="43137"/>
                              </a:srgbClr>
                            </a:outerShdw>
                          </a:effectLst>
                          <a:cs typeface="+mn-cs"/>
                        </a:rPr>
                        <a:t>الصفحة</a:t>
                      </a:r>
                    </a:p>
                  </a:txBody>
                  <a:tcPr>
                    <a:cell3D prstMaterial="dkEdge">
                      <a:bevel/>
                      <a:lightRig rig="flood" dir="t"/>
                    </a:cell3D>
                    <a:solidFill>
                      <a:srgbClr val="952D43"/>
                    </a:solidFill>
                  </a:tcPr>
                </a:tc>
                <a:extLst>
                  <a:ext uri="{0D108BD9-81ED-4DB2-BD59-A6C34878D82A}">
                    <a16:rowId xmlns:a16="http://schemas.microsoft.com/office/drawing/2014/main" val="3933514433"/>
                  </a:ext>
                </a:extLst>
              </a:tr>
              <a:tr h="427182">
                <a:tc>
                  <a:txBody>
                    <a:bodyPr/>
                    <a:lstStyle/>
                    <a:p>
                      <a:pPr algn="ctr" rtl="1"/>
                      <a:r>
                        <a:rPr lang="en-US" b="1" dirty="0">
                          <a:effectLst>
                            <a:outerShdw blurRad="38100" dist="38100" dir="2700000" algn="tl">
                              <a:srgbClr val="000000">
                                <a:alpha val="43137"/>
                              </a:srgbClr>
                            </a:outerShdw>
                          </a:effectLst>
                          <a:cs typeface="+mn-cs"/>
                        </a:rPr>
                        <a:t>1</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الأداء المالي </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10</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23</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4236021257"/>
                  </a:ext>
                </a:extLst>
              </a:tr>
              <a:tr h="419485">
                <a:tc>
                  <a:txBody>
                    <a:bodyPr/>
                    <a:lstStyle/>
                    <a:p>
                      <a:pPr algn="ctr" rtl="1"/>
                      <a:r>
                        <a:rPr lang="en-US" b="1" dirty="0">
                          <a:effectLst>
                            <a:outerShdw blurRad="38100" dist="38100" dir="2700000" algn="tl">
                              <a:srgbClr val="000000">
                                <a:alpha val="43137"/>
                              </a:srgbClr>
                            </a:outerShdw>
                          </a:effectLst>
                          <a:cs typeface="+mn-cs"/>
                        </a:rPr>
                        <a:t>2</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البرامج و الخدمات</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23</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27</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1046308049"/>
                  </a:ext>
                </a:extLst>
              </a:tr>
              <a:tr h="419485">
                <a:tc>
                  <a:txBody>
                    <a:bodyPr/>
                    <a:lstStyle/>
                    <a:p>
                      <a:pPr algn="ctr" rtl="1"/>
                      <a:r>
                        <a:rPr lang="en-US" b="1" dirty="0">
                          <a:effectLst>
                            <a:outerShdw blurRad="38100" dist="38100" dir="2700000" algn="tl">
                              <a:srgbClr val="000000">
                                <a:alpha val="43137"/>
                              </a:srgbClr>
                            </a:outerShdw>
                          </a:effectLst>
                          <a:cs typeface="+mn-cs"/>
                        </a:rPr>
                        <a:t>3</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الشراكات الصحية</a:t>
                      </a:r>
                    </a:p>
                  </a:txBody>
                  <a:tcPr>
                    <a:cell3D prstMaterial="dkEdge">
                      <a:bevel/>
                      <a:lightRig rig="flood" dir="t"/>
                    </a:cell3D>
                    <a:solidFill>
                      <a:schemeClr val="bg1">
                        <a:lumMod val="85000"/>
                      </a:schemeClr>
                    </a:solidFill>
                  </a:tcPr>
                </a:tc>
                <a:tc>
                  <a:txBody>
                    <a:bodyPr/>
                    <a:lstStyle/>
                    <a:p>
                      <a:pPr algn="ctr" rtl="1"/>
                      <a:r>
                        <a:rPr lang="en-US" b="1" dirty="0">
                          <a:effectLst>
                            <a:outerShdw blurRad="38100" dist="38100" dir="2700000" algn="tl">
                              <a:srgbClr val="000000">
                                <a:alpha val="43137"/>
                              </a:srgbClr>
                            </a:outerShdw>
                          </a:effectLst>
                          <a:cs typeface="+mn-cs"/>
                        </a:rPr>
                        <a:t>28</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2880820944"/>
                  </a:ext>
                </a:extLst>
              </a:tr>
              <a:tr h="419485">
                <a:tc>
                  <a:txBody>
                    <a:bodyPr/>
                    <a:lstStyle/>
                    <a:p>
                      <a:pPr algn="ctr" rtl="1"/>
                      <a:r>
                        <a:rPr lang="en-US" b="1" dirty="0">
                          <a:effectLst>
                            <a:outerShdw blurRad="38100" dist="38100" dir="2700000" algn="tl">
                              <a:srgbClr val="000000">
                                <a:alpha val="43137"/>
                              </a:srgbClr>
                            </a:outerShdw>
                          </a:effectLst>
                          <a:cs typeface="+mn-cs"/>
                        </a:rPr>
                        <a:t>4</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النمو المؤسسي</a:t>
                      </a:r>
                    </a:p>
                  </a:txBody>
                  <a:tcPr>
                    <a:cell3D prstMaterial="dkEdge">
                      <a:bevel/>
                      <a:lightRig rig="flood" dir="t"/>
                    </a:cell3D>
                    <a:solidFill>
                      <a:schemeClr val="bg1">
                        <a:lumMod val="85000"/>
                      </a:schemeClr>
                    </a:solidFill>
                  </a:tcPr>
                </a:tc>
                <a:tc>
                  <a:txBody>
                    <a:bodyPr/>
                    <a:lstStyle/>
                    <a:p>
                      <a:pPr algn="ctr" rtl="1"/>
                      <a:r>
                        <a:rPr lang="en-US" b="1" dirty="0">
                          <a:effectLst>
                            <a:outerShdw blurRad="38100" dist="38100" dir="2700000" algn="tl">
                              <a:srgbClr val="000000">
                                <a:alpha val="43137"/>
                              </a:srgbClr>
                            </a:outerShdw>
                          </a:effectLst>
                          <a:cs typeface="+mn-cs"/>
                        </a:rPr>
                        <a:t>29</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937657762"/>
                  </a:ext>
                </a:extLst>
              </a:tr>
              <a:tr h="419485">
                <a:tc>
                  <a:txBody>
                    <a:bodyPr/>
                    <a:lstStyle/>
                    <a:p>
                      <a:pPr algn="ctr" rtl="1"/>
                      <a:r>
                        <a:rPr lang="en-US" b="1" dirty="0">
                          <a:effectLst>
                            <a:outerShdw blurRad="38100" dist="38100" dir="2700000" algn="tl">
                              <a:srgbClr val="000000">
                                <a:alpha val="43137"/>
                              </a:srgbClr>
                            </a:outerShdw>
                          </a:effectLst>
                          <a:cs typeface="+mn-cs"/>
                        </a:rPr>
                        <a:t>5</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الموارد البشرية</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30</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31</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788791854"/>
                  </a:ext>
                </a:extLst>
              </a:tr>
              <a:tr h="419485">
                <a:tc>
                  <a:txBody>
                    <a:bodyPr/>
                    <a:lstStyle/>
                    <a:p>
                      <a:pPr algn="ctr" rtl="1"/>
                      <a:r>
                        <a:rPr lang="en-US" b="1" dirty="0">
                          <a:effectLst>
                            <a:outerShdw blurRad="38100" dist="38100" dir="2700000" algn="tl">
                              <a:srgbClr val="000000">
                                <a:alpha val="43137"/>
                              </a:srgbClr>
                            </a:outerShdw>
                          </a:effectLst>
                          <a:cs typeface="+mn-cs"/>
                        </a:rPr>
                        <a:t>6</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الإنجازات الإدارية والمالية</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32</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33</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3972898018"/>
                  </a:ext>
                </a:extLst>
              </a:tr>
              <a:tr h="419485">
                <a:tc>
                  <a:txBody>
                    <a:bodyPr/>
                    <a:lstStyle/>
                    <a:p>
                      <a:pPr algn="ctr" rtl="1"/>
                      <a:r>
                        <a:rPr lang="en-US" b="1" dirty="0">
                          <a:effectLst>
                            <a:outerShdw blurRad="38100" dist="38100" dir="2700000" algn="tl">
                              <a:srgbClr val="000000">
                                <a:alpha val="43137"/>
                              </a:srgbClr>
                            </a:outerShdw>
                          </a:effectLst>
                          <a:cs typeface="+mn-cs"/>
                        </a:rPr>
                        <a:t>7</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تنمية الموارد المالية</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34</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35</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2853189841"/>
                  </a:ext>
                </a:extLst>
              </a:tr>
              <a:tr h="419485">
                <a:tc>
                  <a:txBody>
                    <a:bodyPr/>
                    <a:lstStyle/>
                    <a:p>
                      <a:pPr algn="ctr" rtl="1"/>
                      <a:r>
                        <a:rPr lang="en-US" b="1" dirty="0">
                          <a:effectLst>
                            <a:outerShdw blurRad="38100" dist="38100" dir="2700000" algn="tl">
                              <a:srgbClr val="000000">
                                <a:alpha val="43137"/>
                              </a:srgbClr>
                            </a:outerShdw>
                          </a:effectLst>
                          <a:cs typeface="+mn-cs"/>
                        </a:rPr>
                        <a:t>8</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التطلعات </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36</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39</a:t>
                      </a:r>
                      <a:r>
                        <a:rPr lang="ar-SA" b="1" dirty="0">
                          <a:effectLst>
                            <a:outerShdw blurRad="38100" dist="38100" dir="2700000" algn="tl">
                              <a:srgbClr val="000000">
                                <a:alpha val="43137"/>
                              </a:srgbClr>
                            </a:outerShdw>
                          </a:effectLst>
                          <a:cs typeface="+mn-cs"/>
                        </a:rPr>
                        <a:t> </a:t>
                      </a:r>
                    </a:p>
                  </a:txBody>
                  <a:tcPr>
                    <a:cell3D prstMaterial="dkEdge">
                      <a:bevel/>
                      <a:lightRig rig="flood" dir="t"/>
                    </a:cell3D>
                    <a:solidFill>
                      <a:schemeClr val="bg1">
                        <a:lumMod val="85000"/>
                      </a:schemeClr>
                    </a:solidFill>
                  </a:tcPr>
                </a:tc>
                <a:extLst>
                  <a:ext uri="{0D108BD9-81ED-4DB2-BD59-A6C34878D82A}">
                    <a16:rowId xmlns:a16="http://schemas.microsoft.com/office/drawing/2014/main" val="709982353"/>
                  </a:ext>
                </a:extLst>
              </a:tr>
              <a:tr h="419485">
                <a:tc>
                  <a:txBody>
                    <a:bodyPr/>
                    <a:lstStyle/>
                    <a:p>
                      <a:pPr algn="ctr" rtl="1"/>
                      <a:r>
                        <a:rPr lang="en-US" b="1" dirty="0">
                          <a:effectLst>
                            <a:outerShdw blurRad="38100" dist="38100" dir="2700000" algn="tl">
                              <a:srgbClr val="000000">
                                <a:alpha val="43137"/>
                              </a:srgbClr>
                            </a:outerShdw>
                          </a:effectLst>
                          <a:cs typeface="+mn-cs"/>
                        </a:rPr>
                        <a:t>9</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تجربة المستفيدين و رسالة شكر و امتنان </a:t>
                      </a:r>
                    </a:p>
                  </a:txBody>
                  <a:tcPr>
                    <a:cell3D prstMaterial="dkEdge">
                      <a:bevel/>
                      <a:lightRig rig="flood" dir="t"/>
                    </a:cell3D>
                    <a:solidFill>
                      <a:schemeClr val="bg1">
                        <a:lumMod val="85000"/>
                      </a:schemeClr>
                    </a:solidFill>
                  </a:tcPr>
                </a:tc>
                <a:tc>
                  <a:txBody>
                    <a:bodyPr/>
                    <a:lstStyle/>
                    <a:p>
                      <a:pPr algn="ctr" rtl="1"/>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40</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42</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1231440560"/>
                  </a:ext>
                </a:extLst>
              </a:tr>
              <a:tr h="419485">
                <a:tc>
                  <a:txBody>
                    <a:bodyPr/>
                    <a:lstStyle/>
                    <a:p>
                      <a:pPr algn="ctr" rtl="1"/>
                      <a:r>
                        <a:rPr lang="en-US" b="1" dirty="0">
                          <a:effectLst>
                            <a:outerShdw blurRad="38100" dist="38100" dir="2700000" algn="tl">
                              <a:srgbClr val="000000">
                                <a:alpha val="43137"/>
                              </a:srgbClr>
                            </a:outerShdw>
                          </a:effectLst>
                          <a:cs typeface="+mn-cs"/>
                        </a:rPr>
                        <a:t>10</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latin typeface="Arial" pitchFamily="34" charset="0"/>
                          <a:ea typeface="Arial" pitchFamily="34" charset="-122"/>
                          <a:cs typeface="+mn-cs"/>
                        </a:rPr>
                        <a:t>الجهات الاشرافية وشركاء العطاء</a:t>
                      </a:r>
                      <a:endParaRPr lang="ar-SA" sz="1800"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b="1" dirty="0">
                          <a:effectLst>
                            <a:outerShdw blurRad="38100" dist="38100" dir="2700000" algn="tl">
                              <a:srgbClr val="000000">
                                <a:alpha val="43137"/>
                              </a:srgbClr>
                            </a:outerShdw>
                          </a:effectLst>
                          <a:cs typeface="+mn-cs"/>
                        </a:rPr>
                        <a:t>من </a:t>
                      </a:r>
                      <a:r>
                        <a:rPr lang="en-US" b="1" dirty="0">
                          <a:effectLst>
                            <a:outerShdw blurRad="38100" dist="38100" dir="2700000" algn="tl">
                              <a:srgbClr val="000000">
                                <a:alpha val="43137"/>
                              </a:srgbClr>
                            </a:outerShdw>
                          </a:effectLst>
                          <a:cs typeface="+mn-cs"/>
                        </a:rPr>
                        <a:t>43</a:t>
                      </a:r>
                      <a:r>
                        <a:rPr lang="ar-SA" b="1" dirty="0">
                          <a:effectLst>
                            <a:outerShdw blurRad="38100" dist="38100" dir="2700000" algn="tl">
                              <a:srgbClr val="000000">
                                <a:alpha val="43137"/>
                              </a:srgbClr>
                            </a:outerShdw>
                          </a:effectLst>
                          <a:cs typeface="+mn-cs"/>
                        </a:rPr>
                        <a:t> الى </a:t>
                      </a:r>
                      <a:r>
                        <a:rPr lang="en-US" b="1" dirty="0">
                          <a:effectLst>
                            <a:outerShdw blurRad="38100" dist="38100" dir="2700000" algn="tl">
                              <a:srgbClr val="000000">
                                <a:alpha val="43137"/>
                              </a:srgbClr>
                            </a:outerShdw>
                          </a:effectLst>
                          <a:cs typeface="+mn-cs"/>
                        </a:rPr>
                        <a:t>45</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4268335542"/>
                  </a:ext>
                </a:extLst>
              </a:tr>
              <a:tr h="419485">
                <a:tc>
                  <a:txBody>
                    <a:bodyPr/>
                    <a:lstStyle/>
                    <a:p>
                      <a:pPr algn="ctr" rtl="1"/>
                      <a:r>
                        <a:rPr lang="en-US" b="1" dirty="0">
                          <a:effectLst>
                            <a:outerShdw blurRad="38100" dist="38100" dir="2700000" algn="tl">
                              <a:srgbClr val="000000">
                                <a:alpha val="43137"/>
                              </a:srgbClr>
                            </a:outerShdw>
                          </a:effectLst>
                          <a:cs typeface="+mn-cs"/>
                        </a:rPr>
                        <a:t>11</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tc>
                  <a:txBody>
                    <a:bodyPr/>
                    <a:lstStyle/>
                    <a:p>
                      <a:pPr algn="ctr" rtl="1"/>
                      <a:r>
                        <a:rPr lang="ar-SA" sz="1800" b="1" dirty="0">
                          <a:effectLst>
                            <a:outerShdw blurRad="38100" dist="38100" dir="2700000" algn="tl">
                              <a:srgbClr val="000000">
                                <a:alpha val="43137"/>
                              </a:srgbClr>
                            </a:outerShdw>
                          </a:effectLst>
                          <a:cs typeface="+mn-cs"/>
                        </a:rPr>
                        <a:t>الخاتمة</a:t>
                      </a:r>
                    </a:p>
                  </a:txBody>
                  <a:tcPr>
                    <a:cell3D prstMaterial="dkEdge">
                      <a:bevel/>
                      <a:lightRig rig="flood" dir="t"/>
                    </a:cell3D>
                    <a:solidFill>
                      <a:schemeClr val="bg1">
                        <a:lumMod val="85000"/>
                      </a:schemeClr>
                    </a:solidFill>
                  </a:tcPr>
                </a:tc>
                <a:tc>
                  <a:txBody>
                    <a:bodyPr/>
                    <a:lstStyle/>
                    <a:p>
                      <a:pPr algn="ctr" rtl="1"/>
                      <a:r>
                        <a:rPr lang="en-US" b="1" dirty="0">
                          <a:effectLst>
                            <a:outerShdw blurRad="38100" dist="38100" dir="2700000" algn="tl">
                              <a:srgbClr val="000000">
                                <a:alpha val="43137"/>
                              </a:srgbClr>
                            </a:outerShdw>
                          </a:effectLst>
                          <a:cs typeface="+mn-cs"/>
                        </a:rPr>
                        <a:t>46</a:t>
                      </a:r>
                      <a:endParaRPr lang="ar-SA" b="1" dirty="0">
                        <a:effectLst>
                          <a:outerShdw blurRad="38100" dist="38100" dir="2700000" algn="tl">
                            <a:srgbClr val="000000">
                              <a:alpha val="43137"/>
                            </a:srgbClr>
                          </a:outerShdw>
                        </a:effectLst>
                        <a:cs typeface="+mn-cs"/>
                      </a:endParaRPr>
                    </a:p>
                  </a:txBody>
                  <a:tcPr>
                    <a:cell3D prstMaterial="dkEdge">
                      <a:bevel/>
                      <a:lightRig rig="flood" dir="t"/>
                    </a:cell3D>
                    <a:solidFill>
                      <a:schemeClr val="bg1">
                        <a:lumMod val="85000"/>
                      </a:schemeClr>
                    </a:solidFill>
                  </a:tcPr>
                </a:tc>
                <a:extLst>
                  <a:ext uri="{0D108BD9-81ED-4DB2-BD59-A6C34878D82A}">
                    <a16:rowId xmlns:a16="http://schemas.microsoft.com/office/drawing/2014/main" val="3127626022"/>
                  </a:ext>
                </a:extLst>
              </a:tr>
            </a:tbl>
          </a:graphicData>
        </a:graphic>
      </p:graphicFrame>
    </p:spTree>
    <p:extLst>
      <p:ext uri="{BB962C8B-B14F-4D97-AF65-F5344CB8AC3E}">
        <p14:creationId xmlns:p14="http://schemas.microsoft.com/office/powerpoint/2010/main" val="881040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b="1" dirty="0">
                <a:latin typeface="Arial" pitchFamily="34" charset="0"/>
                <a:ea typeface="Arial" pitchFamily="34" charset="-122"/>
                <a:cs typeface="Arial" pitchFamily="34" charset="-120"/>
              </a:rPr>
              <a:t>المقدمة</a:t>
            </a:r>
            <a:endParaRPr lang="en-US" dirty="0"/>
          </a:p>
        </p:txBody>
      </p:sp>
      <p:sp>
        <p:nvSpPr>
          <p:cNvPr id="3" name="Text 1"/>
          <p:cNvSpPr/>
          <p:nvPr/>
        </p:nvSpPr>
        <p:spPr>
          <a:xfrm>
            <a:off x="2240280" y="292608"/>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المقدمة والملخص التنفيذي</a:t>
            </a:r>
            <a:endParaRPr lang="en-US" sz="2800" dirty="0">
              <a:solidFill>
                <a:schemeClr val="bg1"/>
              </a:solidFill>
            </a:endParaRPr>
          </a:p>
        </p:txBody>
      </p:sp>
      <p:sp>
        <p:nvSpPr>
          <p:cNvPr id="4" name="Text 2"/>
          <p:cNvSpPr/>
          <p:nvPr/>
        </p:nvSpPr>
        <p:spPr>
          <a:xfrm>
            <a:off x="548640" y="1371600"/>
            <a:ext cx="11064240" cy="777240"/>
          </a:xfrm>
          <a:prstGeom prst="rect">
            <a:avLst/>
          </a:prstGeom>
          <a:noFill/>
          <a:ln/>
        </p:spPr>
        <p:txBody>
          <a:bodyPr wrap="square" rtlCol="0" anchor="ctr"/>
          <a:lstStyle/>
          <a:p>
            <a:pPr marL="0" indent="0" algn="r" rtl="1">
              <a:lnSpc>
                <a:spcPct val="125000"/>
              </a:lnSpc>
              <a:buNone/>
            </a:pPr>
            <a:r>
              <a:rPr lang="en-US" sz="1400" b="1" dirty="0">
                <a:latin typeface="Arial" pitchFamily="34" charset="0"/>
                <a:ea typeface="Arial" pitchFamily="34" charset="-122"/>
                <a:cs typeface="Arial" pitchFamily="34" charset="-120"/>
              </a:rPr>
              <a:t>واصلت جمعية طبيبي الأهلية خلال النصف الأول من عام 2026م تنفيذ برامجها ومشروعاتها وخدماتها الموجهة للمستفيدين، وفق الخطة التشغيلية والميزانية المعتمدة، محققةً نموًا ملموسًا في جميع المؤشرات الرئيسية </a:t>
            </a:r>
            <a:r>
              <a:rPr lang="en-US" sz="1400" b="1" dirty="0" err="1">
                <a:latin typeface="Arial" pitchFamily="34" charset="0"/>
                <a:ea typeface="Arial" pitchFamily="34" charset="-122"/>
                <a:cs typeface="Arial" pitchFamily="34" charset="-120"/>
              </a:rPr>
              <a:t>مقارنةً</a:t>
            </a:r>
            <a:r>
              <a:rPr lang="en-US" sz="1400" b="1" dirty="0">
                <a:latin typeface="Arial" pitchFamily="34" charset="0"/>
                <a:ea typeface="Arial" pitchFamily="34" charset="-122"/>
                <a:cs typeface="Arial" pitchFamily="34" charset="-120"/>
              </a:rPr>
              <a:t> بالفترة المماثلة من عام 2025م.</a:t>
            </a:r>
            <a:endParaRPr lang="en-US" sz="1400" b="1" dirty="0"/>
          </a:p>
        </p:txBody>
      </p:sp>
      <p:sp>
        <p:nvSpPr>
          <p:cNvPr id="5" name="Text 3"/>
          <p:cNvSpPr/>
          <p:nvPr/>
        </p:nvSpPr>
        <p:spPr>
          <a:xfrm>
            <a:off x="548640" y="2194560"/>
            <a:ext cx="11064240" cy="777240"/>
          </a:xfrm>
          <a:prstGeom prst="rect">
            <a:avLst/>
          </a:prstGeom>
          <a:noFill/>
          <a:ln/>
        </p:spPr>
        <p:txBody>
          <a:bodyPr wrap="square" rtlCol="0" anchor="ctr"/>
          <a:lstStyle/>
          <a:p>
            <a:pPr marL="0" indent="0" algn="r" rtl="1">
              <a:lnSpc>
                <a:spcPct val="125000"/>
              </a:lnSpc>
              <a:buNone/>
            </a:pPr>
            <a:r>
              <a:rPr lang="en-US" sz="1400" b="1" dirty="0">
                <a:latin typeface="Arial" pitchFamily="34" charset="0"/>
                <a:ea typeface="Arial" pitchFamily="34" charset="-122"/>
                <a:cs typeface="Arial" pitchFamily="34" charset="-120"/>
              </a:rPr>
              <a:t>فقد ارتفع إجمالي الدخل </a:t>
            </a:r>
            <a:r>
              <a:rPr lang="en-US" sz="1400" b="1" dirty="0" err="1">
                <a:latin typeface="Arial" pitchFamily="34" charset="0"/>
                <a:ea typeface="Arial" pitchFamily="34" charset="-122"/>
                <a:cs typeface="Arial" pitchFamily="34" charset="-120"/>
              </a:rPr>
              <a:t>بنسبة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بلغت</a:t>
            </a:r>
            <a:r>
              <a:rPr lang="en-US" sz="1400" b="1" dirty="0">
                <a:latin typeface="Arial" pitchFamily="34" charset="0"/>
                <a:ea typeface="Arial" pitchFamily="34" charset="-122"/>
                <a:cs typeface="Arial" pitchFamily="34" charset="-120"/>
              </a:rPr>
              <a:t> 192%، وتوسّع نطاق الدعم الطبي المقدّم بأكثر من تسعة أضعاف، إلى جانب مضاعفة عدد البرامج التشغيلية، وتوسيع الكادر الوظيفي، وتعزيز الشراكات الصحية، وتطوير المنظومة </a:t>
            </a:r>
            <a:r>
              <a:rPr lang="en-US" sz="1400" b="1" dirty="0" err="1">
                <a:latin typeface="Arial" pitchFamily="34" charset="0"/>
                <a:ea typeface="Arial" pitchFamily="34" charset="-122"/>
                <a:cs typeface="Arial" pitchFamily="34" charset="-120"/>
              </a:rPr>
              <a:t>الرقمية</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والحوكم</a:t>
            </a:r>
            <a:r>
              <a:rPr lang="ar-SA" sz="1400" b="1" dirty="0">
                <a:latin typeface="Arial" pitchFamily="34" charset="0"/>
                <a:ea typeface="Arial" pitchFamily="34" charset="-122"/>
                <a:cs typeface="Arial" pitchFamily="34" charset="-120"/>
              </a:rPr>
              <a:t>ة</a:t>
            </a:r>
            <a:r>
              <a:rPr lang="en-US" sz="1400" b="1">
                <a:latin typeface="Arial" pitchFamily="34" charset="0"/>
                <a:ea typeface="Arial" pitchFamily="34" charset="-122"/>
                <a:cs typeface="Arial" pitchFamily="34" charset="-120"/>
              </a:rPr>
              <a:t> </a:t>
            </a:r>
            <a:r>
              <a:rPr lang="en-US" sz="1400" b="1" dirty="0">
                <a:latin typeface="Arial" pitchFamily="34" charset="0"/>
                <a:ea typeface="Arial" pitchFamily="34" charset="-122"/>
                <a:cs typeface="Arial" pitchFamily="34" charset="-120"/>
              </a:rPr>
              <a:t>للجمعية.</a:t>
            </a:r>
            <a:endParaRPr lang="en-US" sz="1400" b="1" dirty="0"/>
          </a:p>
        </p:txBody>
      </p:sp>
      <p:sp>
        <p:nvSpPr>
          <p:cNvPr id="6" name="Shape 4"/>
          <p:cNvSpPr/>
          <p:nvPr/>
        </p:nvSpPr>
        <p:spPr>
          <a:xfrm>
            <a:off x="548640" y="3226866"/>
            <a:ext cx="260604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7" name="Text 5"/>
          <p:cNvSpPr/>
          <p:nvPr/>
        </p:nvSpPr>
        <p:spPr>
          <a:xfrm>
            <a:off x="548640" y="3310128"/>
            <a:ext cx="2606040" cy="754380"/>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+192%</a:t>
            </a:r>
            <a:endParaRPr lang="en-US" sz="2600" dirty="0"/>
          </a:p>
        </p:txBody>
      </p:sp>
      <p:sp>
        <p:nvSpPr>
          <p:cNvPr id="8" name="Text 6"/>
          <p:cNvSpPr/>
          <p:nvPr/>
        </p:nvSpPr>
        <p:spPr>
          <a:xfrm>
            <a:off x="548640" y="3995928"/>
            <a:ext cx="2606040" cy="5486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نمو إجمالي الدخل</a:t>
            </a:r>
            <a:endParaRPr lang="en-US" sz="1400" b="1" dirty="0"/>
          </a:p>
        </p:txBody>
      </p:sp>
      <p:sp>
        <p:nvSpPr>
          <p:cNvPr id="9" name="Shape 7"/>
          <p:cNvSpPr/>
          <p:nvPr/>
        </p:nvSpPr>
        <p:spPr>
          <a:xfrm>
            <a:off x="3383280" y="3200400"/>
            <a:ext cx="260604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0" name="Text 8"/>
          <p:cNvSpPr/>
          <p:nvPr/>
        </p:nvSpPr>
        <p:spPr>
          <a:xfrm>
            <a:off x="3383280" y="3310128"/>
            <a:ext cx="2606040" cy="754380"/>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2</a:t>
            </a:r>
            <a:endParaRPr lang="en-US" sz="2600" dirty="0"/>
          </a:p>
        </p:txBody>
      </p:sp>
      <p:sp>
        <p:nvSpPr>
          <p:cNvPr id="11" name="Text 9"/>
          <p:cNvSpPr/>
          <p:nvPr/>
        </p:nvSpPr>
        <p:spPr>
          <a:xfrm>
            <a:off x="3383280" y="3995928"/>
            <a:ext cx="2606040" cy="5486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برامج تشغيلية مفعّلة</a:t>
            </a:r>
            <a:endParaRPr lang="en-US" sz="1400" b="1" dirty="0"/>
          </a:p>
        </p:txBody>
      </p:sp>
      <p:sp>
        <p:nvSpPr>
          <p:cNvPr id="12" name="Shape 10"/>
          <p:cNvSpPr/>
          <p:nvPr/>
        </p:nvSpPr>
        <p:spPr>
          <a:xfrm>
            <a:off x="6217920" y="3200400"/>
            <a:ext cx="260604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3" name="Text 11"/>
          <p:cNvSpPr/>
          <p:nvPr/>
        </p:nvSpPr>
        <p:spPr>
          <a:xfrm>
            <a:off x="6217920" y="3310128"/>
            <a:ext cx="2606040" cy="754380"/>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9</a:t>
            </a:r>
            <a:endParaRPr lang="en-US" sz="2600" dirty="0"/>
          </a:p>
        </p:txBody>
      </p:sp>
      <p:sp>
        <p:nvSpPr>
          <p:cNvPr id="14" name="Text 12"/>
          <p:cNvSpPr/>
          <p:nvPr/>
        </p:nvSpPr>
        <p:spPr>
          <a:xfrm>
            <a:off x="6217920" y="3995928"/>
            <a:ext cx="2606040" cy="5486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شراكات </a:t>
            </a:r>
            <a:r>
              <a:rPr lang="en-US" sz="1400" b="1" dirty="0" err="1">
                <a:latin typeface="Arial" pitchFamily="34" charset="0"/>
                <a:ea typeface="Arial" pitchFamily="34" charset="-122"/>
                <a:cs typeface="Arial" pitchFamily="34" charset="-120"/>
              </a:rPr>
              <a:t>صحية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مفعلة</a:t>
            </a:r>
            <a:endParaRPr lang="en-US" sz="1400" b="1" dirty="0"/>
          </a:p>
        </p:txBody>
      </p:sp>
      <p:sp>
        <p:nvSpPr>
          <p:cNvPr id="15" name="Shape 13"/>
          <p:cNvSpPr/>
          <p:nvPr/>
        </p:nvSpPr>
        <p:spPr>
          <a:xfrm>
            <a:off x="9052560" y="3200400"/>
            <a:ext cx="260604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6" name="Text 14"/>
          <p:cNvSpPr/>
          <p:nvPr/>
        </p:nvSpPr>
        <p:spPr>
          <a:xfrm>
            <a:off x="9052560" y="3310128"/>
            <a:ext cx="2606040" cy="754380"/>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3+1</a:t>
            </a:r>
            <a:endParaRPr lang="en-US" sz="2600" dirty="0"/>
          </a:p>
        </p:txBody>
      </p:sp>
      <p:sp>
        <p:nvSpPr>
          <p:cNvPr id="17" name="Text 15"/>
          <p:cNvSpPr/>
          <p:nvPr/>
        </p:nvSpPr>
        <p:spPr>
          <a:xfrm>
            <a:off x="9052560" y="3995928"/>
            <a:ext cx="2606040" cy="5486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موظفون ومتعاون</a:t>
            </a:r>
            <a:endParaRPr lang="en-US" sz="1400" b="1" dirty="0"/>
          </a:p>
        </p:txBody>
      </p:sp>
      <p:sp>
        <p:nvSpPr>
          <p:cNvPr id="18" name="Text 16"/>
          <p:cNvSpPr/>
          <p:nvPr/>
        </p:nvSpPr>
        <p:spPr>
          <a:xfrm>
            <a:off x="548640" y="4892040"/>
            <a:ext cx="11064240" cy="457200"/>
          </a:xfrm>
          <a:prstGeom prst="rect">
            <a:avLst/>
          </a:prstGeom>
          <a:noFill/>
          <a:ln/>
        </p:spPr>
        <p:txBody>
          <a:bodyPr wrap="square" rtlCol="0" anchor="ctr"/>
          <a:lstStyle/>
          <a:p>
            <a:pPr marL="0" indent="0" algn="r" rtl="1">
              <a:buNone/>
            </a:pPr>
            <a:r>
              <a:rPr lang="en-US" sz="1400" b="1" i="1" dirty="0">
                <a:latin typeface="Arial" pitchFamily="34" charset="0"/>
                <a:ea typeface="Arial" pitchFamily="34" charset="-122"/>
                <a:cs typeface="Arial" pitchFamily="34" charset="-120"/>
              </a:rPr>
              <a:t>يستعرض هذا التقرير أبرز الإنجازات المالية والتشغيلية والإدارية خلال </a:t>
            </a:r>
            <a:r>
              <a:rPr lang="en-US" sz="1400" b="1" i="1" dirty="0" err="1">
                <a:latin typeface="Arial" pitchFamily="34" charset="0"/>
                <a:ea typeface="Arial" pitchFamily="34" charset="-122"/>
                <a:cs typeface="Arial" pitchFamily="34" charset="-120"/>
              </a:rPr>
              <a:t>الفترة</a:t>
            </a:r>
            <a:r>
              <a:rPr lang="ar-SA" sz="1400" b="1" i="1" dirty="0">
                <a:latin typeface="Arial" pitchFamily="34" charset="0"/>
                <a:ea typeface="Arial" pitchFamily="34" charset="-122"/>
                <a:cs typeface="Arial" pitchFamily="34" charset="-120"/>
              </a:rPr>
              <a:t> النصف سنوية</a:t>
            </a:r>
            <a:r>
              <a:rPr lang="en-US" sz="1400" b="1" i="1" dirty="0">
                <a:latin typeface="Arial" pitchFamily="34" charset="0"/>
                <a:ea typeface="Arial" pitchFamily="34" charset="-122"/>
                <a:cs typeface="Arial" pitchFamily="34" charset="-120"/>
              </a:rPr>
              <a:t> </a:t>
            </a:r>
            <a:r>
              <a:rPr lang="ar-SA" sz="1400" b="1" i="1" dirty="0">
                <a:latin typeface="Arial" pitchFamily="34" charset="0"/>
                <a:ea typeface="Arial" pitchFamily="34" charset="-122"/>
                <a:cs typeface="Arial" pitchFamily="34" charset="-120"/>
              </a:rPr>
              <a:t>للعام </a:t>
            </a:r>
            <a:r>
              <a:rPr lang="en-US" sz="1400" b="1" i="1" dirty="0">
                <a:latin typeface="Arial" pitchFamily="34" charset="0"/>
                <a:ea typeface="Arial" pitchFamily="34" charset="-122"/>
                <a:cs typeface="Arial" pitchFamily="34" charset="-120"/>
              </a:rPr>
              <a:t>2026</a:t>
            </a:r>
            <a:r>
              <a:rPr lang="ar-SA" sz="1400" b="1" i="1" dirty="0">
                <a:latin typeface="Arial" pitchFamily="34" charset="0"/>
                <a:ea typeface="Arial" pitchFamily="34" charset="-122"/>
                <a:cs typeface="Arial" pitchFamily="34" charset="-120"/>
              </a:rPr>
              <a:t>م</a:t>
            </a:r>
            <a:r>
              <a:rPr lang="en-US" sz="1400" b="1" i="1" dirty="0">
                <a:latin typeface="Arial" pitchFamily="34" charset="0"/>
                <a:ea typeface="Arial" pitchFamily="34" charset="-122"/>
                <a:cs typeface="Arial" pitchFamily="34" charset="-120"/>
              </a:rPr>
              <a:t>، مع مقارنة تفصيلية بالنصف الأول من عام 2025م.</a:t>
            </a:r>
            <a:endParaRPr lang="en-US" sz="1400" b="1" dirty="0"/>
          </a:p>
        </p:txBody>
      </p:sp>
      <p:sp>
        <p:nvSpPr>
          <p:cNvPr id="19" name="Text 17"/>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0" name="Text 18"/>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3</a:t>
            </a:r>
            <a:endParaRPr lang="en-US" sz="900" dirty="0"/>
          </a:p>
        </p:txBody>
      </p:sp>
      <p:pic>
        <p:nvPicPr>
          <p:cNvPr id="21" name="Picture 16">
            <a:extLst>
              <a:ext uri="{FF2B5EF4-FFF2-40B4-BE49-F238E27FC236}">
                <a16:creationId xmlns:a16="http://schemas.microsoft.com/office/drawing/2014/main" id="{EA53292E-E57B-4E27-BB06-57183779F2B1}"/>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0A95F098-96AD-4507-A70D-C6534A3ED4AD}"/>
              </a:ext>
            </a:extLst>
          </p:cNvPr>
          <p:cNvSpPr/>
          <p:nvPr/>
        </p:nvSpPr>
        <p:spPr>
          <a:xfrm>
            <a:off x="2393542" y="215660"/>
            <a:ext cx="7680960" cy="680452"/>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000" dirty="0">
                <a:solidFill>
                  <a:schemeClr val="bg1"/>
                </a:solidFill>
              </a:rPr>
              <a:t>مقارنة النصف الأول للعام المالي كما في </a:t>
            </a:r>
            <a:r>
              <a:rPr lang="en-US" sz="2000" dirty="0">
                <a:solidFill>
                  <a:schemeClr val="bg1"/>
                </a:solidFill>
              </a:rPr>
              <a:t>(30/06/2026     30/06/2025)</a:t>
            </a:r>
          </a:p>
        </p:txBody>
      </p:sp>
      <p:sp>
        <p:nvSpPr>
          <p:cNvPr id="5" name="Text 0">
            <a:extLst>
              <a:ext uri="{FF2B5EF4-FFF2-40B4-BE49-F238E27FC236}">
                <a16:creationId xmlns:a16="http://schemas.microsoft.com/office/drawing/2014/main" id="{683DF13D-EC2A-4469-ABD3-C0071DC0FC62}"/>
              </a:ext>
            </a:extLst>
          </p:cNvPr>
          <p:cNvSpPr/>
          <p:nvPr/>
        </p:nvSpPr>
        <p:spPr>
          <a:xfrm>
            <a:off x="8503920" y="384048"/>
            <a:ext cx="3200400" cy="365760"/>
          </a:xfrm>
          <a:prstGeom prst="rect">
            <a:avLst/>
          </a:prstGeom>
          <a:noFill/>
          <a:ln/>
        </p:spPr>
        <p:txBody>
          <a:bodyPr wrap="square" rtlCol="0" anchor="ctr"/>
          <a:lstStyle/>
          <a:p>
            <a:pPr marL="0" indent="0" algn="r" rtl="1">
              <a:buNone/>
            </a:pPr>
            <a:r>
              <a:rPr lang="en-US" sz="1400" b="1" dirty="0" err="1">
                <a:latin typeface="Arial" pitchFamily="34" charset="0"/>
                <a:ea typeface="Arial" pitchFamily="34" charset="-122"/>
                <a:cs typeface="Arial" pitchFamily="34" charset="-120"/>
              </a:rPr>
              <a:t>أولاً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الأداء</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المالي</a:t>
            </a:r>
            <a:endParaRPr lang="en-US" sz="1400" dirty="0"/>
          </a:p>
        </p:txBody>
      </p:sp>
      <p:pic>
        <p:nvPicPr>
          <p:cNvPr id="6" name="صورة 5">
            <a:extLst>
              <a:ext uri="{FF2B5EF4-FFF2-40B4-BE49-F238E27FC236}">
                <a16:creationId xmlns:a16="http://schemas.microsoft.com/office/drawing/2014/main" id="{3A572A44-0A3D-4CA1-9EB1-F1D7DCC476B9}"/>
              </a:ext>
            </a:extLst>
          </p:cNvPr>
          <p:cNvPicPr>
            <a:picLocks noChangeAspect="1"/>
          </p:cNvPicPr>
          <p:nvPr/>
        </p:nvPicPr>
        <p:blipFill>
          <a:blip r:embed="rId2"/>
          <a:stretch>
            <a:fillRect/>
          </a:stretch>
        </p:blipFill>
        <p:spPr>
          <a:xfrm>
            <a:off x="1710267" y="1711960"/>
            <a:ext cx="9313334" cy="4592322"/>
          </a:xfrm>
          <a:prstGeom prst="rect">
            <a:avLst/>
          </a:prstGeom>
        </p:spPr>
      </p:pic>
    </p:spTree>
    <p:extLst>
      <p:ext uri="{BB962C8B-B14F-4D97-AF65-F5344CB8AC3E}">
        <p14:creationId xmlns:p14="http://schemas.microsoft.com/office/powerpoint/2010/main" val="4139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8408DCB4-85A9-466C-A9CE-66096A2D111E}"/>
              </a:ext>
            </a:extLst>
          </p:cNvPr>
          <p:cNvSpPr/>
          <p:nvPr/>
        </p:nvSpPr>
        <p:spPr>
          <a:xfrm>
            <a:off x="2255520" y="215660"/>
            <a:ext cx="7680960" cy="680452"/>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000" dirty="0">
                <a:solidFill>
                  <a:schemeClr val="bg1"/>
                </a:solidFill>
              </a:rPr>
              <a:t>مقارنة النصف الأول للعام المالي من </a:t>
            </a:r>
            <a:r>
              <a:rPr lang="en-US" sz="2000" dirty="0">
                <a:solidFill>
                  <a:schemeClr val="bg1"/>
                </a:solidFill>
              </a:rPr>
              <a:t>(30/06/2026)   </a:t>
            </a:r>
            <a:r>
              <a:rPr lang="ar-SA" sz="2000" dirty="0">
                <a:solidFill>
                  <a:schemeClr val="bg1"/>
                </a:solidFill>
              </a:rPr>
              <a:t>الى </a:t>
            </a:r>
            <a:r>
              <a:rPr lang="en-US" sz="2000" dirty="0">
                <a:solidFill>
                  <a:schemeClr val="bg1"/>
                </a:solidFill>
              </a:rPr>
              <a:t>  (30/06/2025)</a:t>
            </a:r>
          </a:p>
        </p:txBody>
      </p:sp>
      <p:sp>
        <p:nvSpPr>
          <p:cNvPr id="5" name="Text 0">
            <a:extLst>
              <a:ext uri="{FF2B5EF4-FFF2-40B4-BE49-F238E27FC236}">
                <a16:creationId xmlns:a16="http://schemas.microsoft.com/office/drawing/2014/main" id="{393E50F4-8CC7-4666-9DEC-645D4EF585A5}"/>
              </a:ext>
            </a:extLst>
          </p:cNvPr>
          <p:cNvSpPr/>
          <p:nvPr/>
        </p:nvSpPr>
        <p:spPr>
          <a:xfrm>
            <a:off x="8503920" y="384048"/>
            <a:ext cx="3200400" cy="365760"/>
          </a:xfrm>
          <a:prstGeom prst="rect">
            <a:avLst/>
          </a:prstGeom>
          <a:noFill/>
          <a:ln/>
        </p:spPr>
        <p:txBody>
          <a:bodyPr wrap="square" rtlCol="0" anchor="ctr"/>
          <a:lstStyle/>
          <a:p>
            <a:pPr marL="0" indent="0" algn="r" rtl="1">
              <a:buNone/>
            </a:pPr>
            <a:r>
              <a:rPr lang="en-US" sz="1400" b="1" dirty="0" err="1">
                <a:latin typeface="Arial" pitchFamily="34" charset="0"/>
                <a:ea typeface="Arial" pitchFamily="34" charset="-122"/>
                <a:cs typeface="Arial" pitchFamily="34" charset="-120"/>
              </a:rPr>
              <a:t>أولاً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الأداء</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المالي</a:t>
            </a:r>
            <a:endParaRPr lang="en-US" sz="1400" dirty="0"/>
          </a:p>
        </p:txBody>
      </p:sp>
      <p:pic>
        <p:nvPicPr>
          <p:cNvPr id="11" name="صورة 10">
            <a:extLst>
              <a:ext uri="{FF2B5EF4-FFF2-40B4-BE49-F238E27FC236}">
                <a16:creationId xmlns:a16="http://schemas.microsoft.com/office/drawing/2014/main" id="{0D28F72D-83AF-4BCC-9CD7-18A800F70BBA}"/>
              </a:ext>
            </a:extLst>
          </p:cNvPr>
          <p:cNvPicPr>
            <a:picLocks noChangeAspect="1"/>
          </p:cNvPicPr>
          <p:nvPr/>
        </p:nvPicPr>
        <p:blipFill>
          <a:blip r:embed="rId2"/>
          <a:stretch>
            <a:fillRect/>
          </a:stretch>
        </p:blipFill>
        <p:spPr>
          <a:xfrm>
            <a:off x="973667" y="1216562"/>
            <a:ext cx="10202333" cy="5425778"/>
          </a:xfrm>
          <a:prstGeom prst="rect">
            <a:avLst/>
          </a:prstGeom>
        </p:spPr>
      </p:pic>
    </p:spTree>
    <p:extLst>
      <p:ext uri="{BB962C8B-B14F-4D97-AF65-F5344CB8AC3E}">
        <p14:creationId xmlns:p14="http://schemas.microsoft.com/office/powerpoint/2010/main" val="254846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err="1">
                <a:latin typeface="Arial" pitchFamily="34" charset="0"/>
                <a:ea typeface="Arial" pitchFamily="34" charset="-122"/>
                <a:cs typeface="Arial" pitchFamily="34" charset="-120"/>
              </a:rPr>
              <a:t>أولاً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الأداء</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المالي</a:t>
            </a:r>
            <a:endParaRPr lang="en-US" sz="1400" dirty="0"/>
          </a:p>
        </p:txBody>
      </p:sp>
      <p:sp>
        <p:nvSpPr>
          <p:cNvPr id="3" name="Text 1"/>
          <p:cNvSpPr/>
          <p:nvPr/>
        </p:nvSpPr>
        <p:spPr>
          <a:xfrm>
            <a:off x="2255520" y="230279"/>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نمو الإيرادات والمصروفات</a:t>
            </a:r>
            <a:endParaRPr lang="en-US" sz="2800" dirty="0">
              <a:solidFill>
                <a:schemeClr val="bg1"/>
              </a:solidFill>
            </a:endParaRPr>
          </a:p>
        </p:txBody>
      </p:sp>
      <p:sp>
        <p:nvSpPr>
          <p:cNvPr id="4" name="Text 2"/>
          <p:cNvSpPr/>
          <p:nvPr/>
        </p:nvSpPr>
        <p:spPr>
          <a:xfrm>
            <a:off x="-1280160" y="905256"/>
            <a:ext cx="7680960" cy="365760"/>
          </a:xfrm>
          <a:prstGeom prst="rect">
            <a:avLst/>
          </a:prstGeom>
          <a:noFill/>
          <a:ln/>
        </p:spPr>
        <p:txBody>
          <a:bodyPr wrap="square" rtlCol="0" anchor="ctr"/>
          <a:lstStyle/>
          <a:p>
            <a:pPr marL="0" indent="0" algn="r" rtl="1">
              <a:buNone/>
            </a:pPr>
            <a:r>
              <a:rPr lang="en-US" sz="1500" b="1" dirty="0">
                <a:latin typeface="Arial" pitchFamily="34" charset="0"/>
                <a:ea typeface="Arial" pitchFamily="34" charset="-122"/>
                <a:cs typeface="Arial" pitchFamily="34" charset="-120"/>
              </a:rPr>
              <a:t>مقارنة النصف الأول </a:t>
            </a:r>
            <a:r>
              <a:rPr lang="ar-SA" sz="1500" b="1" dirty="0">
                <a:latin typeface="Arial" pitchFamily="34" charset="0"/>
                <a:ea typeface="Arial" pitchFamily="34" charset="-122"/>
                <a:cs typeface="Arial" pitchFamily="34" charset="-120"/>
              </a:rPr>
              <a:t>لعام </a:t>
            </a:r>
            <a:r>
              <a:rPr lang="en-US" sz="1500" b="1" dirty="0">
                <a:latin typeface="Arial" pitchFamily="34" charset="0"/>
                <a:ea typeface="Arial" pitchFamily="34" charset="-122"/>
                <a:cs typeface="Arial" pitchFamily="34" charset="-120"/>
              </a:rPr>
              <a:t> 2026م بالنصف الأول </a:t>
            </a:r>
            <a:r>
              <a:rPr lang="ar-SA" sz="1500" b="1" dirty="0">
                <a:latin typeface="Arial" pitchFamily="34" charset="0"/>
                <a:ea typeface="Arial" pitchFamily="34" charset="-122"/>
                <a:cs typeface="Arial" pitchFamily="34" charset="-120"/>
              </a:rPr>
              <a:t>لعام </a:t>
            </a:r>
            <a:r>
              <a:rPr lang="en-US" sz="1500" b="1" dirty="0">
                <a:latin typeface="Arial" pitchFamily="34" charset="0"/>
                <a:ea typeface="Arial" pitchFamily="34" charset="-122"/>
                <a:cs typeface="Arial" pitchFamily="34" charset="-120"/>
              </a:rPr>
              <a:t> 2025م ريال </a:t>
            </a:r>
            <a:r>
              <a:rPr lang="en-US" sz="1500" b="1" dirty="0" err="1">
                <a:latin typeface="Arial" pitchFamily="34" charset="0"/>
                <a:ea typeface="Arial" pitchFamily="34" charset="-122"/>
                <a:cs typeface="Arial" pitchFamily="34" charset="-120"/>
              </a:rPr>
              <a:t>سعودي</a:t>
            </a:r>
            <a:endParaRPr lang="en-US" sz="1500" b="1" dirty="0"/>
          </a:p>
        </p:txBody>
      </p:sp>
      <p:graphicFrame>
        <p:nvGraphicFramePr>
          <p:cNvPr id="5" name="Chart 0"/>
          <p:cNvGraphicFramePr/>
          <p:nvPr>
            <p:extLst>
              <p:ext uri="{D42A27DB-BD31-4B8C-83A1-F6EECF244321}">
                <p14:modId xmlns:p14="http://schemas.microsoft.com/office/powerpoint/2010/main" val="3135661754"/>
              </p:ext>
            </p:extLst>
          </p:nvPr>
        </p:nvGraphicFramePr>
        <p:xfrm>
          <a:off x="548640" y="1417320"/>
          <a:ext cx="65836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flipH="1">
            <a:off x="7452360" y="1417320"/>
            <a:ext cx="4160520" cy="1289304"/>
          </a:xfrm>
          <a:prstGeom prst="homePlate">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7" name="Text 4"/>
          <p:cNvSpPr/>
          <p:nvPr/>
        </p:nvSpPr>
        <p:spPr>
          <a:xfrm>
            <a:off x="7452360" y="1536192"/>
            <a:ext cx="4160520" cy="438912"/>
          </a:xfrm>
          <a:prstGeom prst="rect">
            <a:avLst/>
          </a:prstGeom>
          <a:noFill/>
          <a:ln/>
        </p:spPr>
        <p:txBody>
          <a:bodyPr wrap="square" rtlCol="0" anchor="ctr"/>
          <a:lstStyle/>
          <a:p>
            <a:pPr marL="0" indent="0" algn="ctr">
              <a:buNone/>
            </a:pPr>
            <a:r>
              <a:rPr lang="en-US" sz="3400" b="1" dirty="0">
                <a:latin typeface="Arial" pitchFamily="34" charset="0"/>
                <a:ea typeface="Arial" pitchFamily="34" charset="-122"/>
                <a:cs typeface="Arial" pitchFamily="34" charset="-120"/>
              </a:rPr>
              <a:t>582,167</a:t>
            </a:r>
            <a:endParaRPr lang="en-US" sz="3400" dirty="0"/>
          </a:p>
        </p:txBody>
      </p:sp>
      <p:sp>
        <p:nvSpPr>
          <p:cNvPr id="8" name="Text 5"/>
          <p:cNvSpPr/>
          <p:nvPr/>
        </p:nvSpPr>
        <p:spPr>
          <a:xfrm>
            <a:off x="7452360" y="2011680"/>
            <a:ext cx="4160520" cy="301752"/>
          </a:xfrm>
          <a:prstGeom prst="rect">
            <a:avLst/>
          </a:prstGeom>
          <a:noFill/>
          <a:ln/>
        </p:spPr>
        <p:txBody>
          <a:bodyPr wrap="square" rtlCol="0" anchor="ctr"/>
          <a:lstStyle/>
          <a:p>
            <a:pPr marL="0" indent="0" algn="ctr" rtl="1">
              <a:buNone/>
            </a:pPr>
            <a:r>
              <a:rPr lang="en-US" sz="1400" b="1" dirty="0" err="1">
                <a:latin typeface="Arial" pitchFamily="34" charset="0"/>
                <a:ea typeface="Arial" pitchFamily="34" charset="-122"/>
                <a:cs typeface="Arial" pitchFamily="34" charset="-120"/>
              </a:rPr>
              <a:t>إجمالي</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الدخل</a:t>
            </a:r>
            <a:r>
              <a:rPr lang="ar-SA" sz="1400" b="1" dirty="0">
                <a:latin typeface="Arial" pitchFamily="34" charset="0"/>
                <a:ea typeface="Arial" pitchFamily="34" charset="-122"/>
                <a:cs typeface="Arial" pitchFamily="34" charset="-120"/>
              </a:rPr>
              <a:t> لعام </a:t>
            </a:r>
            <a:r>
              <a:rPr lang="en-US" sz="1400" b="1" dirty="0">
                <a:latin typeface="Arial" pitchFamily="34" charset="0"/>
                <a:ea typeface="Arial" pitchFamily="34" charset="-122"/>
                <a:cs typeface="Arial" pitchFamily="34" charset="-120"/>
              </a:rPr>
              <a:t> 2026م</a:t>
            </a:r>
            <a:endParaRPr lang="en-US" sz="1400" b="1" dirty="0"/>
          </a:p>
        </p:txBody>
      </p:sp>
      <p:sp>
        <p:nvSpPr>
          <p:cNvPr id="9" name="Text 6"/>
          <p:cNvSpPr/>
          <p:nvPr/>
        </p:nvSpPr>
        <p:spPr>
          <a:xfrm>
            <a:off x="7452360" y="2267712"/>
            <a:ext cx="4160520" cy="393192"/>
          </a:xfrm>
          <a:prstGeom prst="rect">
            <a:avLst/>
          </a:prstGeom>
          <a:noFill/>
          <a:ln/>
        </p:spPr>
        <p:txBody>
          <a:bodyPr wrap="square" rtlCol="0" anchor="ctr"/>
          <a:lstStyle/>
          <a:p>
            <a:pPr marL="0" indent="0" algn="ctr" rtl="1">
              <a:buNone/>
            </a:pPr>
            <a:r>
              <a:rPr lang="en-US" sz="1150" b="1" dirty="0">
                <a:latin typeface="Arial" pitchFamily="34" charset="0"/>
                <a:ea typeface="Arial" pitchFamily="34" charset="-122"/>
                <a:cs typeface="Arial" pitchFamily="34" charset="-120"/>
              </a:rPr>
              <a:t>▲ +382,693 ريال عن 2025م (+192%)</a:t>
            </a:r>
            <a:endParaRPr lang="en-US" sz="1150" dirty="0"/>
          </a:p>
        </p:txBody>
      </p:sp>
      <p:sp>
        <p:nvSpPr>
          <p:cNvPr id="10" name="Shape 7"/>
          <p:cNvSpPr/>
          <p:nvPr/>
        </p:nvSpPr>
        <p:spPr>
          <a:xfrm flipH="1">
            <a:off x="7452360" y="2858153"/>
            <a:ext cx="4160520" cy="1297795"/>
          </a:xfrm>
          <a:prstGeom prst="homePlate">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1" name="Text 8"/>
          <p:cNvSpPr/>
          <p:nvPr/>
        </p:nvSpPr>
        <p:spPr>
          <a:xfrm>
            <a:off x="7482840" y="2927759"/>
            <a:ext cx="4160520" cy="685800"/>
          </a:xfrm>
          <a:prstGeom prst="rect">
            <a:avLst/>
          </a:prstGeom>
          <a:noFill/>
          <a:ln/>
        </p:spPr>
        <p:txBody>
          <a:bodyPr wrap="square" rtlCol="0" anchor="ctr"/>
          <a:lstStyle/>
          <a:p>
            <a:pPr marL="0" indent="0" algn="ctr">
              <a:buNone/>
            </a:pPr>
            <a:r>
              <a:rPr lang="en-US" sz="3000" b="1" dirty="0">
                <a:latin typeface="Arial" pitchFamily="34" charset="0"/>
                <a:ea typeface="Arial" pitchFamily="34" charset="-122"/>
                <a:cs typeface="Arial" pitchFamily="34" charset="-120"/>
              </a:rPr>
              <a:t>1,001,754</a:t>
            </a:r>
            <a:endParaRPr lang="en-US" sz="3000" dirty="0"/>
          </a:p>
        </p:txBody>
      </p:sp>
      <p:sp>
        <p:nvSpPr>
          <p:cNvPr id="12" name="Text 9"/>
          <p:cNvSpPr/>
          <p:nvPr/>
        </p:nvSpPr>
        <p:spPr>
          <a:xfrm>
            <a:off x="7482840" y="3460725"/>
            <a:ext cx="4160520" cy="5486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إجمالي الأرصدة </a:t>
            </a:r>
            <a:r>
              <a:rPr lang="en-US" sz="1400" b="1" dirty="0" err="1">
                <a:latin typeface="Arial" pitchFamily="34" charset="0"/>
                <a:ea typeface="Arial" pitchFamily="34" charset="-122"/>
                <a:cs typeface="Arial" pitchFamily="34" charset="-120"/>
              </a:rPr>
              <a:t>المصرفية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حتى </a:t>
            </a:r>
            <a:r>
              <a:rPr lang="en-US" sz="1400" b="1" dirty="0">
                <a:latin typeface="Arial" pitchFamily="34" charset="0"/>
                <a:ea typeface="Arial" pitchFamily="34" charset="-122"/>
                <a:cs typeface="Arial" pitchFamily="34" charset="-120"/>
              </a:rPr>
              <a:t>30/06/2026م</a:t>
            </a:r>
            <a:endParaRPr lang="en-US" sz="1400" b="1" dirty="0"/>
          </a:p>
        </p:txBody>
      </p:sp>
      <p:sp>
        <p:nvSpPr>
          <p:cNvPr id="13" name="Shape 10"/>
          <p:cNvSpPr/>
          <p:nvPr/>
        </p:nvSpPr>
        <p:spPr>
          <a:xfrm flipH="1">
            <a:off x="7452360" y="4281070"/>
            <a:ext cx="4160520" cy="1284733"/>
          </a:xfrm>
          <a:prstGeom prst="homePlate">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4" name="Text 11"/>
          <p:cNvSpPr/>
          <p:nvPr/>
        </p:nvSpPr>
        <p:spPr>
          <a:xfrm>
            <a:off x="7543800" y="4377083"/>
            <a:ext cx="4160520" cy="594360"/>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972,713</a:t>
            </a:r>
            <a:endParaRPr lang="en-US" sz="2600" dirty="0"/>
          </a:p>
        </p:txBody>
      </p:sp>
      <p:sp>
        <p:nvSpPr>
          <p:cNvPr id="15" name="Text 12"/>
          <p:cNvSpPr/>
          <p:nvPr/>
        </p:nvSpPr>
        <p:spPr>
          <a:xfrm>
            <a:off x="7498080" y="4823460"/>
            <a:ext cx="4160520" cy="50292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صافي </a:t>
            </a:r>
            <a:r>
              <a:rPr lang="en-US" sz="1400" b="1" dirty="0" err="1">
                <a:latin typeface="Arial" pitchFamily="34" charset="0"/>
                <a:ea typeface="Arial" pitchFamily="34" charset="-122"/>
                <a:cs typeface="Arial" pitchFamily="34" charset="-120"/>
              </a:rPr>
              <a:t>الأصول</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الى </a:t>
            </a:r>
            <a:r>
              <a:rPr lang="en-US" sz="1400" b="1" dirty="0">
                <a:latin typeface="Arial" pitchFamily="34" charset="0"/>
                <a:ea typeface="Arial" pitchFamily="34" charset="-122"/>
                <a:cs typeface="Arial" pitchFamily="34" charset="-120"/>
              </a:rPr>
              <a:t>30/06/2026م </a:t>
            </a:r>
            <a:r>
              <a:rPr lang="ar-SA" sz="1400" b="1" dirty="0">
                <a:latin typeface="Arial" pitchFamily="34" charset="0"/>
                <a:ea typeface="Arial" pitchFamily="34" charset="-122"/>
                <a:cs typeface="Arial" pitchFamily="34" charset="-120"/>
              </a:rPr>
              <a:t>" المركز المالي "</a:t>
            </a:r>
            <a:endParaRPr lang="en-US" sz="1400" b="1" dirty="0"/>
          </a:p>
        </p:txBody>
      </p:sp>
      <p:sp>
        <p:nvSpPr>
          <p:cNvPr id="16" name="Text 13"/>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7"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4</a:t>
            </a:r>
            <a:endParaRPr lang="en-US" sz="900" dirty="0"/>
          </a:p>
        </p:txBody>
      </p:sp>
      <p:pic>
        <p:nvPicPr>
          <p:cNvPr id="18" name="Picture 16">
            <a:extLst>
              <a:ext uri="{FF2B5EF4-FFF2-40B4-BE49-F238E27FC236}">
                <a16:creationId xmlns:a16="http://schemas.microsoft.com/office/drawing/2014/main" id="{947AA3CF-D8C2-43E5-BE93-E8EB30E3D44F}"/>
              </a:ext>
            </a:extLst>
          </p:cNvPr>
          <p:cNvPicPr/>
          <p:nvPr/>
        </p:nvPicPr>
        <p:blipFill>
          <a:blip r:embed="rId4">
            <a:extLst>
              <a:ext uri="{28A0092B-C50C-407E-A947-70E740481C1C}">
                <a14:useLocalDpi xmlns:a14="http://schemas.microsoft.com/office/drawing/2010/main" val="0"/>
              </a:ext>
            </a:extLst>
          </a:blip>
          <a:stretch>
            <a:fillRect/>
          </a:stretch>
        </p:blipFill>
        <p:spPr>
          <a:xfrm>
            <a:off x="0" y="5772758"/>
            <a:ext cx="12192000" cy="10852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3" name="Text 1"/>
          <p:cNvSpPr/>
          <p:nvPr/>
        </p:nvSpPr>
        <p:spPr>
          <a:xfrm>
            <a:off x="2255520" y="302874"/>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مصادر الدخل خلال النصف الأول 2026م</a:t>
            </a:r>
            <a:endParaRPr lang="en-US" sz="2000" dirty="0">
              <a:solidFill>
                <a:schemeClr val="bg1"/>
              </a:solidFill>
            </a:endParaRPr>
          </a:p>
        </p:txBody>
      </p:sp>
      <p:sp>
        <p:nvSpPr>
          <p:cNvPr id="4" name="Text 2"/>
          <p:cNvSpPr/>
          <p:nvPr/>
        </p:nvSpPr>
        <p:spPr>
          <a:xfrm>
            <a:off x="-1463040" y="897233"/>
            <a:ext cx="768096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تنوّع مصادر الدعم يعكس نضج الاستدامة المالية للجمعية</a:t>
            </a:r>
            <a:endParaRPr lang="en-US" sz="1400" b="1" dirty="0"/>
          </a:p>
        </p:txBody>
      </p:sp>
      <p:graphicFrame>
        <p:nvGraphicFramePr>
          <p:cNvPr id="5" name="Chart 0"/>
          <p:cNvGraphicFramePr/>
          <p:nvPr>
            <p:extLst>
              <p:ext uri="{D42A27DB-BD31-4B8C-83A1-F6EECF244321}">
                <p14:modId xmlns:p14="http://schemas.microsoft.com/office/powerpoint/2010/main" val="37769072"/>
              </p:ext>
            </p:extLst>
          </p:nvPr>
        </p:nvGraphicFramePr>
        <p:xfrm>
          <a:off x="457200" y="1133856"/>
          <a:ext cx="576072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42783244"/>
              </p:ext>
            </p:extLst>
          </p:nvPr>
        </p:nvGraphicFramePr>
        <p:xfrm>
          <a:off x="5974080" y="1316736"/>
          <a:ext cx="5760720" cy="4041648"/>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05206">
                <a:tc>
                  <a:txBody>
                    <a:bodyPr/>
                    <a:lstStyle/>
                    <a:p>
                      <a:pPr marL="0" indent="0" algn="ctr">
                        <a:buNone/>
                      </a:pPr>
                      <a:r>
                        <a:rPr lang="en-US" sz="1500" b="1" dirty="0">
                          <a:solidFill>
                            <a:srgbClr val="FFFFFF"/>
                          </a:solidFill>
                          <a:latin typeface="Arial" pitchFamily="34" charset="0"/>
                          <a:ea typeface="Arial" charset="0"/>
                          <a:cs typeface="Arial" pitchFamily="34" charset="-120"/>
                        </a:rPr>
                        <a:t>2025</a:t>
                      </a:r>
                      <a:r>
                        <a:rPr lang="ar-SA" sz="1500" b="1" dirty="0">
                          <a:solidFill>
                            <a:srgbClr val="FFFFFF"/>
                          </a:solidFill>
                          <a:latin typeface="Arial" pitchFamily="34" charset="0"/>
                          <a:ea typeface="Arial" charset="0"/>
                          <a:cs typeface="Arial" pitchFamily="34" charset="-120"/>
                        </a:rPr>
                        <a:t>م</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A61C46"/>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2026م</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A61C46"/>
                    </a:solidFill>
                  </a:tcPr>
                </a:tc>
                <a:tc>
                  <a:txBody>
                    <a:bodyPr/>
                    <a:lstStyle/>
                    <a:p>
                      <a:pPr marL="0" indent="0" algn="ctr">
                        <a:buNone/>
                      </a:pPr>
                      <a:r>
                        <a:rPr lang="ar-SA" sz="1500" b="1" dirty="0">
                          <a:solidFill>
                            <a:srgbClr val="FFFFFF"/>
                          </a:solidFill>
                          <a:latin typeface="Arial" pitchFamily="34" charset="0"/>
                          <a:ea typeface="Arial" charset="0"/>
                          <a:cs typeface="Arial" pitchFamily="34" charset="-120"/>
                        </a:rPr>
                        <a:t>بند الدخل </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A61C46"/>
                    </a:solidFill>
                  </a:tcPr>
                </a:tc>
                <a:extLst>
                  <a:ext uri="{0D108BD9-81ED-4DB2-BD59-A6C34878D82A}">
                    <a16:rowId xmlns:a16="http://schemas.microsoft.com/office/drawing/2014/main" val="10000"/>
                  </a:ext>
                </a:extLst>
              </a:tr>
              <a:tr h="505206">
                <a:tc>
                  <a:txBody>
                    <a:bodyPr/>
                    <a:lstStyle/>
                    <a:p>
                      <a:pPr algn="ctr" rtl="1">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62,564</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407,495</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تبرعات</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ودعم</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عام</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1"/>
                  </a:ext>
                </a:extLst>
              </a:tr>
              <a:tr h="505206">
                <a:tc>
                  <a:txBody>
                    <a:bodyPr/>
                    <a:lstStyle/>
                    <a:p>
                      <a:pPr algn="ctr" rtl="0">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25,000</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75,000</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العلاج</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2"/>
                  </a:ext>
                </a:extLst>
              </a:tr>
              <a:tr h="505206">
                <a:tc>
                  <a:txBody>
                    <a:bodyPr/>
                    <a:lstStyle/>
                    <a:p>
                      <a:pPr algn="ctr" rtl="0">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80,000</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70,000</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الزكاة</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3"/>
                  </a:ext>
                </a:extLst>
              </a:tr>
              <a:tr h="505206">
                <a:tc>
                  <a:txBody>
                    <a:bodyPr/>
                    <a:lstStyle/>
                    <a:p>
                      <a:pPr algn="ctr" rtl="0">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18,000</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18,000</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العضوية</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4"/>
                  </a:ext>
                </a:extLst>
              </a:tr>
              <a:tr h="505206">
                <a:tc>
                  <a:txBody>
                    <a:bodyPr/>
                    <a:lstStyle/>
                    <a:p>
                      <a:pPr algn="ctr" rtl="0">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124</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10,469</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المتجر</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الإلكتروني</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5"/>
                  </a:ext>
                </a:extLst>
              </a:tr>
              <a:tr h="505206">
                <a:tc>
                  <a:txBody>
                    <a:bodyPr/>
                    <a:lstStyle/>
                    <a:p>
                      <a:pPr algn="ctr" rtl="0">
                        <a:lnSpc>
                          <a:spcPct val="107000"/>
                        </a:lnSpc>
                        <a:spcAft>
                          <a:spcPts val="800"/>
                        </a:spcAft>
                      </a:pPr>
                      <a:r>
                        <a:rPr lang="en-US" sz="1500" b="1" dirty="0">
                          <a:effectLst/>
                          <a:latin typeface="Arial" panose="020B0604020202020204" pitchFamily="34" charset="0"/>
                          <a:ea typeface="Calibri" panose="020F0502020204030204" pitchFamily="34" charset="0"/>
                          <a:cs typeface="Arial" panose="020B0604020202020204" pitchFamily="34" charset="0"/>
                        </a:rPr>
                        <a:t>13,786</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1,203</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منصة</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تبرع</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tcPr>
                </a:tc>
                <a:extLst>
                  <a:ext uri="{0D108BD9-81ED-4DB2-BD59-A6C34878D82A}">
                    <a16:rowId xmlns:a16="http://schemas.microsoft.com/office/drawing/2014/main" val="10006"/>
                  </a:ext>
                </a:extLst>
              </a:tr>
              <a:tr h="505206">
                <a:tc>
                  <a:txBody>
                    <a:bodyPr/>
                    <a:lstStyle/>
                    <a:p>
                      <a:pPr algn="ctr" rtl="0">
                        <a:lnSpc>
                          <a:spcPct val="107000"/>
                        </a:lnSpc>
                        <a:spcAft>
                          <a:spcPts val="800"/>
                        </a:spcAft>
                      </a:pPr>
                      <a:r>
                        <a:rPr lang="en-US" sz="15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199,474</a:t>
                      </a:r>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F5E4EC"/>
                    </a:solidFill>
                  </a:tcPr>
                </a:tc>
                <a:tc>
                  <a:txBody>
                    <a:bodyPr/>
                    <a:lstStyle/>
                    <a:p>
                      <a:pPr marL="0" indent="0" algn="ctr">
                        <a:buNone/>
                      </a:pPr>
                      <a:r>
                        <a:rPr lang="en-US" sz="1500" b="1" dirty="0">
                          <a:solidFill>
                            <a:srgbClr val="1A1A1A"/>
                          </a:solidFill>
                          <a:latin typeface="Arial" pitchFamily="34" charset="0"/>
                          <a:ea typeface="Arial" pitchFamily="34" charset="-122"/>
                          <a:cs typeface="Arial" pitchFamily="34" charset="-120"/>
                        </a:rPr>
                        <a:t>582,167</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F5E4EC"/>
                    </a:solidFill>
                  </a:tcPr>
                </a:tc>
                <a:tc>
                  <a:txBody>
                    <a:bodyPr/>
                    <a:lstStyle/>
                    <a:p>
                      <a:pPr marL="0" indent="0" algn="ctr">
                        <a:buNone/>
                      </a:pPr>
                      <a:r>
                        <a:rPr lang="en-US" sz="1500" b="1" dirty="0" err="1">
                          <a:solidFill>
                            <a:srgbClr val="1A1A1A"/>
                          </a:solidFill>
                          <a:latin typeface="Arial" pitchFamily="34" charset="0"/>
                          <a:ea typeface="Arial" pitchFamily="34" charset="-122"/>
                          <a:cs typeface="Arial" pitchFamily="34" charset="-120"/>
                        </a:rPr>
                        <a:t>الإجمالي</a:t>
                      </a:r>
                      <a:endParaRPr lang="en-US" sz="1500" b="1" dirty="0">
                        <a:latin typeface="Arial" charset="0"/>
                        <a:ea typeface="Arial" charset="0"/>
                        <a:cs typeface="Arial" charset="0"/>
                      </a:endParaRPr>
                    </a:p>
                  </a:txBody>
                  <a:tcPr>
                    <a:lnL w="6350" cap="flat" cmpd="sng" algn="ctr">
                      <a:solidFill>
                        <a:srgbClr val="F0D5DC"/>
                      </a:solidFill>
                      <a:prstDash val="solid"/>
                      <a:round/>
                      <a:headEnd type="none" w="med" len="med"/>
                      <a:tailEnd type="none" w="med" len="med"/>
                    </a:lnL>
                    <a:lnR w="6350" cap="flat" cmpd="sng" algn="ctr">
                      <a:solidFill>
                        <a:srgbClr val="F0D5DC"/>
                      </a:solidFill>
                      <a:prstDash val="solid"/>
                      <a:round/>
                      <a:headEnd type="none" w="med" len="med"/>
                      <a:tailEnd type="none" w="med" len="med"/>
                    </a:lnR>
                    <a:lnT w="6350" cap="flat" cmpd="sng" algn="ctr">
                      <a:solidFill>
                        <a:srgbClr val="F0D5DC"/>
                      </a:solidFill>
                      <a:prstDash val="solid"/>
                      <a:round/>
                      <a:headEnd type="none" w="med" len="med"/>
                      <a:tailEnd type="none" w="med" len="med"/>
                    </a:lnT>
                    <a:lnB w="6350" cap="flat" cmpd="sng" algn="ctr">
                      <a:solidFill>
                        <a:srgbClr val="F0D5DC"/>
                      </a:solidFill>
                      <a:prstDash val="solid"/>
                      <a:round/>
                      <a:headEnd type="none" w="med" len="med"/>
                      <a:tailEnd type="none" w="med" len="med"/>
                    </a:lnB>
                    <a:cell3D prstMaterial="dkEdge">
                      <a:bevel/>
                      <a:lightRig rig="flood" dir="t"/>
                    </a:cell3D>
                    <a:solidFill>
                      <a:srgbClr val="F5E4EC"/>
                    </a:solidFill>
                  </a:tcPr>
                </a:tc>
                <a:extLst>
                  <a:ext uri="{0D108BD9-81ED-4DB2-BD59-A6C34878D82A}">
                    <a16:rowId xmlns:a16="http://schemas.microsoft.com/office/drawing/2014/main" val="10007"/>
                  </a:ext>
                </a:extLst>
              </a:tr>
            </a:tbl>
          </a:graphicData>
        </a:graphic>
      </p:graphicFrame>
      <p:sp>
        <p:nvSpPr>
          <p:cNvPr id="7" name="Text 3"/>
          <p:cNvSpPr/>
          <p:nvPr/>
        </p:nvSpPr>
        <p:spPr>
          <a:xfrm>
            <a:off x="6492241" y="5397946"/>
            <a:ext cx="5120640" cy="365760"/>
          </a:xfrm>
          <a:prstGeom prst="rect">
            <a:avLst/>
          </a:prstGeom>
          <a:noFill/>
          <a:ln/>
        </p:spPr>
        <p:txBody>
          <a:bodyPr wrap="square" rtlCol="0" anchor="ctr"/>
          <a:lstStyle/>
          <a:p>
            <a:pPr marL="0" indent="0" algn="r" rtl="1">
              <a:buNone/>
            </a:pPr>
            <a:r>
              <a:rPr lang="en-US" sz="1400" b="1" i="1" dirty="0">
                <a:latin typeface="Arial" pitchFamily="34" charset="0"/>
                <a:ea typeface="Arial" pitchFamily="34" charset="-122"/>
                <a:cs typeface="Arial" pitchFamily="34" charset="-120"/>
              </a:rPr>
              <a:t>* منصة تبرع أوقفت واستُبدلت بمنصة إحسان خلال 2026م </a:t>
            </a:r>
            <a:r>
              <a:rPr lang="ar-SA" sz="1400" b="1" i="1" dirty="0">
                <a:latin typeface="Arial" pitchFamily="34" charset="0"/>
                <a:ea typeface="Arial" pitchFamily="34" charset="-122"/>
                <a:cs typeface="Arial" pitchFamily="34" charset="-120"/>
              </a:rPr>
              <a:t>علماً بأنه كانت فترة جمع التبرع في ثلاث أشهر.</a:t>
            </a:r>
            <a:endParaRPr lang="en-US" sz="1400" b="1" dirty="0"/>
          </a:p>
        </p:txBody>
      </p:sp>
      <p:sp>
        <p:nvSpPr>
          <p:cNvPr id="8" name="Text 4"/>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9" name="Text 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5</a:t>
            </a:r>
            <a:endParaRPr lang="en-US" sz="900" dirty="0"/>
          </a:p>
        </p:txBody>
      </p:sp>
      <p:pic>
        <p:nvPicPr>
          <p:cNvPr id="10" name="Picture 16">
            <a:extLst>
              <a:ext uri="{FF2B5EF4-FFF2-40B4-BE49-F238E27FC236}">
                <a16:creationId xmlns:a16="http://schemas.microsoft.com/office/drawing/2014/main" id="{CE3ECEA4-F7EC-4244-BE2A-FAD11B52E1FD}"/>
              </a:ext>
            </a:extLst>
          </p:cNvPr>
          <p:cNvPicPr/>
          <p:nvPr/>
        </p:nvPicPr>
        <p:blipFill>
          <a:blip r:embed="rId4">
            <a:extLst>
              <a:ext uri="{28A0092B-C50C-407E-A947-70E740481C1C}">
                <a14:useLocalDpi xmlns:a14="http://schemas.microsoft.com/office/drawing/2010/main" val="0"/>
              </a:ext>
            </a:extLst>
          </a:blip>
          <a:stretch>
            <a:fillRect/>
          </a:stretch>
        </p:blipFill>
        <p:spPr>
          <a:xfrm>
            <a:off x="0" y="5803268"/>
            <a:ext cx="12192000" cy="10547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FBB5CB5-A5B8-45C3-8B3B-DC8CA9AC3859}"/>
              </a:ext>
            </a:extLst>
          </p:cNvPr>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3" name="Text 1">
            <a:extLst>
              <a:ext uri="{FF2B5EF4-FFF2-40B4-BE49-F238E27FC236}">
                <a16:creationId xmlns:a16="http://schemas.microsoft.com/office/drawing/2014/main" id="{8F424E21-5252-4A60-AC4C-A4740E76A417}"/>
              </a:ext>
            </a:extLst>
          </p:cNvPr>
          <p:cNvSpPr/>
          <p:nvPr/>
        </p:nvSpPr>
        <p:spPr>
          <a:xfrm>
            <a:off x="1833976" y="292608"/>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مصادر الدخل خلال النصف الأول 2026م</a:t>
            </a:r>
            <a:endParaRPr lang="en-US" sz="2000" dirty="0">
              <a:solidFill>
                <a:schemeClr val="bg1"/>
              </a:solidFill>
            </a:endParaRPr>
          </a:p>
        </p:txBody>
      </p:sp>
      <p:pic>
        <p:nvPicPr>
          <p:cNvPr id="7" name="صورة 6">
            <a:extLst>
              <a:ext uri="{FF2B5EF4-FFF2-40B4-BE49-F238E27FC236}">
                <a16:creationId xmlns:a16="http://schemas.microsoft.com/office/drawing/2014/main" id="{E3ECAFFD-6EEA-4D09-977A-16D61B1FC7DA}"/>
              </a:ext>
            </a:extLst>
          </p:cNvPr>
          <p:cNvPicPr>
            <a:picLocks noChangeAspect="1"/>
          </p:cNvPicPr>
          <p:nvPr/>
        </p:nvPicPr>
        <p:blipFill>
          <a:blip r:embed="rId2"/>
          <a:stretch>
            <a:fillRect/>
          </a:stretch>
        </p:blipFill>
        <p:spPr>
          <a:xfrm>
            <a:off x="1443302" y="1224089"/>
            <a:ext cx="9305396" cy="5140198"/>
          </a:xfrm>
          <a:prstGeom prst="rect">
            <a:avLst/>
          </a:prstGeom>
        </p:spPr>
      </p:pic>
    </p:spTree>
    <p:extLst>
      <p:ext uri="{BB962C8B-B14F-4D97-AF65-F5344CB8AC3E}">
        <p14:creationId xmlns:p14="http://schemas.microsoft.com/office/powerpoint/2010/main" val="1331737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E8A6B8DB-FA26-4A4F-BC67-AF09FDA54D65}"/>
              </a:ext>
            </a:extLst>
          </p:cNvPr>
          <p:cNvSpPr/>
          <p:nvPr/>
        </p:nvSpPr>
        <p:spPr>
          <a:xfrm>
            <a:off x="2066889" y="347472"/>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مصادر الدخل خلال النصف الأول 2026م</a:t>
            </a:r>
            <a:endParaRPr lang="en-US" sz="2000" dirty="0">
              <a:solidFill>
                <a:schemeClr val="bg1"/>
              </a:solidFill>
            </a:endParaRPr>
          </a:p>
        </p:txBody>
      </p:sp>
      <p:sp>
        <p:nvSpPr>
          <p:cNvPr id="4" name="مربع نص 3">
            <a:extLst>
              <a:ext uri="{FF2B5EF4-FFF2-40B4-BE49-F238E27FC236}">
                <a16:creationId xmlns:a16="http://schemas.microsoft.com/office/drawing/2014/main" id="{7C8792D3-8B32-400C-A4C2-7A0D917E3FEE}"/>
              </a:ext>
            </a:extLst>
          </p:cNvPr>
          <p:cNvSpPr txBox="1"/>
          <p:nvPr/>
        </p:nvSpPr>
        <p:spPr>
          <a:xfrm>
            <a:off x="5619725" y="401217"/>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أولاً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الأداء</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a:t>
            </a:r>
            <a:endParaRPr lang="en-US" sz="1800" dirty="0"/>
          </a:p>
        </p:txBody>
      </p:sp>
      <p:sp>
        <p:nvSpPr>
          <p:cNvPr id="6" name="مربع نص 5">
            <a:extLst>
              <a:ext uri="{FF2B5EF4-FFF2-40B4-BE49-F238E27FC236}">
                <a16:creationId xmlns:a16="http://schemas.microsoft.com/office/drawing/2014/main" id="{BF165F2B-26BB-488E-8090-16CB1463B764}"/>
              </a:ext>
            </a:extLst>
          </p:cNvPr>
          <p:cNvSpPr txBox="1"/>
          <p:nvPr/>
        </p:nvSpPr>
        <p:spPr>
          <a:xfrm>
            <a:off x="454868" y="1014318"/>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تنوّع</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مصادر</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الدعم</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يعكس</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نضج</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الاستدامة</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المالية</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للجمعية</a:t>
            </a:r>
            <a:endParaRPr lang="en-US" sz="1800" b="1" dirty="0"/>
          </a:p>
        </p:txBody>
      </p:sp>
      <p:sp>
        <p:nvSpPr>
          <p:cNvPr id="9" name="Shape 7">
            <a:extLst>
              <a:ext uri="{FF2B5EF4-FFF2-40B4-BE49-F238E27FC236}">
                <a16:creationId xmlns:a16="http://schemas.microsoft.com/office/drawing/2014/main" id="{AB74F9FA-8026-4F5E-95D0-7155A5981100}"/>
              </a:ext>
            </a:extLst>
          </p:cNvPr>
          <p:cNvSpPr/>
          <p:nvPr/>
        </p:nvSpPr>
        <p:spPr>
          <a:xfrm flipH="1">
            <a:off x="8784793" y="3311769"/>
            <a:ext cx="3281265" cy="1297795"/>
          </a:xfrm>
          <a:prstGeom prst="homePlate">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0" name="مربع نص 9">
            <a:extLst>
              <a:ext uri="{FF2B5EF4-FFF2-40B4-BE49-F238E27FC236}">
                <a16:creationId xmlns:a16="http://schemas.microsoft.com/office/drawing/2014/main" id="{EC9A0268-8403-4621-B163-1EF0B7FFB4A8}"/>
              </a:ext>
            </a:extLst>
          </p:cNvPr>
          <p:cNvSpPr txBox="1"/>
          <p:nvPr/>
        </p:nvSpPr>
        <p:spPr>
          <a:xfrm>
            <a:off x="9336512" y="3637500"/>
            <a:ext cx="2845837" cy="646331"/>
          </a:xfrm>
          <a:prstGeom prst="rect">
            <a:avLst/>
          </a:prstGeom>
          <a:noFill/>
        </p:spPr>
        <p:txBody>
          <a:bodyPr wrap="square" rtlCol="1">
            <a:spAutoFit/>
          </a:bodyPr>
          <a:lstStyle/>
          <a:p>
            <a:r>
              <a:rPr lang="ar-SA" b="1" dirty="0"/>
              <a:t>بيان الداعمين للنصف الأول لعام </a:t>
            </a:r>
            <a:r>
              <a:rPr lang="en-US" b="1" dirty="0"/>
              <a:t>2026</a:t>
            </a:r>
            <a:r>
              <a:rPr lang="ar-SA" b="1" dirty="0"/>
              <a:t>م</a:t>
            </a:r>
          </a:p>
        </p:txBody>
      </p:sp>
      <p:pic>
        <p:nvPicPr>
          <p:cNvPr id="7" name="صورة 6">
            <a:extLst>
              <a:ext uri="{FF2B5EF4-FFF2-40B4-BE49-F238E27FC236}">
                <a16:creationId xmlns:a16="http://schemas.microsoft.com/office/drawing/2014/main" id="{F5B5D1E0-6C76-49A0-A257-9116602E0360}"/>
              </a:ext>
            </a:extLst>
          </p:cNvPr>
          <p:cNvPicPr>
            <a:picLocks noChangeAspect="1"/>
          </p:cNvPicPr>
          <p:nvPr/>
        </p:nvPicPr>
        <p:blipFill>
          <a:blip r:embed="rId2"/>
          <a:stretch>
            <a:fillRect/>
          </a:stretch>
        </p:blipFill>
        <p:spPr>
          <a:xfrm>
            <a:off x="548640" y="1501856"/>
            <a:ext cx="8119862" cy="5116661"/>
          </a:xfrm>
          <a:prstGeom prst="rect">
            <a:avLst/>
          </a:prstGeom>
        </p:spPr>
      </p:pic>
    </p:spTree>
    <p:extLst>
      <p:ext uri="{BB962C8B-B14F-4D97-AF65-F5344CB8AC3E}">
        <p14:creationId xmlns:p14="http://schemas.microsoft.com/office/powerpoint/2010/main" val="702643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3" name="Text 1"/>
          <p:cNvSpPr/>
          <p:nvPr/>
        </p:nvSpPr>
        <p:spPr>
          <a:xfrm>
            <a:off x="2015144" y="1911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المصروفات التشغيلية 2026م مقابل 2025م</a:t>
            </a:r>
            <a:endParaRPr lang="en-US" sz="2000" dirty="0">
              <a:solidFill>
                <a:schemeClr val="bg1"/>
              </a:solidFill>
            </a:endParaRPr>
          </a:p>
        </p:txBody>
      </p:sp>
      <p:sp>
        <p:nvSpPr>
          <p:cNvPr id="4" name="Text 2"/>
          <p:cNvSpPr/>
          <p:nvPr/>
        </p:nvSpPr>
        <p:spPr>
          <a:xfrm>
            <a:off x="-1584961" y="841249"/>
            <a:ext cx="9658697"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نمو الإنفاق يعكس التوسع المؤسسي وزيادة الكادر</a:t>
            </a:r>
            <a:endParaRPr lang="en-US" sz="1400" b="1" dirty="0"/>
          </a:p>
        </p:txBody>
      </p:sp>
      <p:sp>
        <p:nvSpPr>
          <p:cNvPr id="6" name="Text 3"/>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5"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6</a:t>
            </a:r>
            <a:endParaRPr lang="en-US" sz="900" dirty="0"/>
          </a:p>
        </p:txBody>
      </p:sp>
      <p:pic>
        <p:nvPicPr>
          <p:cNvPr id="8" name="صورة 7">
            <a:extLst>
              <a:ext uri="{FF2B5EF4-FFF2-40B4-BE49-F238E27FC236}">
                <a16:creationId xmlns:a16="http://schemas.microsoft.com/office/drawing/2014/main" id="{E747C076-7044-4078-B10E-DDB1DDFF0919}"/>
              </a:ext>
            </a:extLst>
          </p:cNvPr>
          <p:cNvPicPr>
            <a:picLocks noChangeAspect="1"/>
          </p:cNvPicPr>
          <p:nvPr/>
        </p:nvPicPr>
        <p:blipFill>
          <a:blip r:embed="rId3"/>
          <a:stretch>
            <a:fillRect/>
          </a:stretch>
        </p:blipFill>
        <p:spPr>
          <a:xfrm>
            <a:off x="1291268" y="1308422"/>
            <a:ext cx="9609463" cy="538598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3" name="Text 1"/>
          <p:cNvSpPr/>
          <p:nvPr/>
        </p:nvSpPr>
        <p:spPr>
          <a:xfrm>
            <a:off x="2255520" y="3108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ملخص المركز المالي</a:t>
            </a:r>
            <a:endParaRPr lang="en-US" sz="2800" dirty="0">
              <a:solidFill>
                <a:schemeClr val="bg1"/>
              </a:solidFill>
            </a:endParaRPr>
          </a:p>
        </p:txBody>
      </p:sp>
      <p:sp>
        <p:nvSpPr>
          <p:cNvPr id="4" name="Text 2"/>
          <p:cNvSpPr/>
          <p:nvPr/>
        </p:nvSpPr>
        <p:spPr>
          <a:xfrm>
            <a:off x="3751118" y="924477"/>
            <a:ext cx="4387042" cy="365760"/>
          </a:xfrm>
          <a:prstGeom prst="rect">
            <a:avLst/>
          </a:prstGeom>
          <a:noFill/>
          <a:ln/>
        </p:spPr>
        <p:txBody>
          <a:bodyPr wrap="square" rtlCol="0" anchor="ctr"/>
          <a:lstStyle/>
          <a:p>
            <a:pPr marL="0" indent="0" algn="ctr" rtl="1">
              <a:buNone/>
            </a:pPr>
            <a:r>
              <a:rPr lang="ar-SA" sz="1500" b="1" dirty="0">
                <a:latin typeface="Arial" pitchFamily="34" charset="0"/>
                <a:ea typeface="Arial" pitchFamily="34" charset="-122"/>
                <a:cs typeface="Arial" pitchFamily="34" charset="-120"/>
              </a:rPr>
              <a:t>الى</a:t>
            </a:r>
            <a:r>
              <a:rPr lang="en-US" sz="1500" b="1" dirty="0">
                <a:latin typeface="Arial" pitchFamily="34" charset="0"/>
                <a:ea typeface="Arial" pitchFamily="34" charset="-122"/>
                <a:cs typeface="Arial" pitchFamily="34" charset="-120"/>
              </a:rPr>
              <a:t>2026/06/30 </a:t>
            </a:r>
            <a:r>
              <a:rPr lang="ar-SA" sz="1500" b="1" dirty="0">
                <a:latin typeface="Arial" pitchFamily="34" charset="0"/>
                <a:ea typeface="Arial" pitchFamily="34" charset="-122"/>
                <a:cs typeface="Arial" pitchFamily="34" charset="-120"/>
              </a:rPr>
              <a:t>م</a:t>
            </a:r>
            <a:endParaRPr lang="en-US" sz="1500" b="1" dirty="0"/>
          </a:p>
        </p:txBody>
      </p:sp>
      <p:sp>
        <p:nvSpPr>
          <p:cNvPr id="5" name="Shape 3"/>
          <p:cNvSpPr/>
          <p:nvPr/>
        </p:nvSpPr>
        <p:spPr>
          <a:xfrm>
            <a:off x="640080" y="1472318"/>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6" name="Text 4"/>
          <p:cNvSpPr/>
          <p:nvPr/>
        </p:nvSpPr>
        <p:spPr>
          <a:xfrm>
            <a:off x="548640" y="1426598"/>
            <a:ext cx="3566160" cy="522007"/>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12,000</a:t>
            </a:r>
            <a:endParaRPr lang="en-US" sz="2400" dirty="0"/>
          </a:p>
        </p:txBody>
      </p:sp>
      <p:sp>
        <p:nvSpPr>
          <p:cNvPr id="7" name="Text 5"/>
          <p:cNvSpPr/>
          <p:nvPr/>
        </p:nvSpPr>
        <p:spPr>
          <a:xfrm>
            <a:off x="548640" y="1857198"/>
            <a:ext cx="3566160" cy="48380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الذمم المدينة</a:t>
            </a:r>
            <a:endParaRPr lang="en-US" sz="1400" dirty="0"/>
          </a:p>
        </p:txBody>
      </p:sp>
      <p:sp>
        <p:nvSpPr>
          <p:cNvPr id="8" name="Text 6"/>
          <p:cNvSpPr/>
          <p:nvPr/>
        </p:nvSpPr>
        <p:spPr>
          <a:xfrm>
            <a:off x="1163782" y="2176272"/>
            <a:ext cx="2337954" cy="6400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 12,000 </a:t>
            </a:r>
            <a:r>
              <a:rPr lang="en-US" sz="1400" b="1" dirty="0" err="1">
                <a:latin typeface="Arial" pitchFamily="34" charset="0"/>
                <a:ea typeface="Arial" pitchFamily="34" charset="-122"/>
                <a:cs typeface="Arial" pitchFamily="34" charset="-120"/>
              </a:rPr>
              <a:t>ريال</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استحقاق اشتراكات عضوية لم تسدد للجمعية </a:t>
            </a:r>
            <a:endParaRPr lang="en-US" sz="1400" b="1" dirty="0"/>
          </a:p>
        </p:txBody>
      </p:sp>
      <p:sp>
        <p:nvSpPr>
          <p:cNvPr id="9" name="Shape 7"/>
          <p:cNvSpPr/>
          <p:nvPr/>
        </p:nvSpPr>
        <p:spPr>
          <a:xfrm>
            <a:off x="4297680" y="1463040"/>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0" name="Text 8"/>
          <p:cNvSpPr/>
          <p:nvPr/>
        </p:nvSpPr>
        <p:spPr>
          <a:xfrm>
            <a:off x="4297680" y="1545336"/>
            <a:ext cx="3566160" cy="311862"/>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5,000</a:t>
            </a:r>
            <a:endParaRPr lang="en-US" sz="2400" dirty="0"/>
          </a:p>
        </p:txBody>
      </p:sp>
      <p:sp>
        <p:nvSpPr>
          <p:cNvPr id="11" name="Text 9"/>
          <p:cNvSpPr/>
          <p:nvPr/>
        </p:nvSpPr>
        <p:spPr>
          <a:xfrm>
            <a:off x="4297680" y="2020824"/>
            <a:ext cx="3566160" cy="321939"/>
          </a:xfrm>
          <a:prstGeom prst="rect">
            <a:avLst/>
          </a:prstGeom>
          <a:noFill/>
          <a:ln/>
        </p:spPr>
        <p:txBody>
          <a:bodyPr wrap="square" rtlCol="0" anchor="ctr"/>
          <a:lstStyle/>
          <a:p>
            <a:pPr marL="0" indent="0" algn="ctr" rtl="1">
              <a:buNone/>
            </a:pPr>
            <a:r>
              <a:rPr lang="en-US" sz="1400" b="1" dirty="0" err="1">
                <a:latin typeface="Arial" pitchFamily="34" charset="0"/>
                <a:ea typeface="Arial" pitchFamily="34" charset="-122"/>
                <a:cs typeface="Arial" pitchFamily="34" charset="-120"/>
              </a:rPr>
              <a:t>الالتزامات</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"مركز مالي"</a:t>
            </a:r>
            <a:endParaRPr lang="en-US" sz="1400" dirty="0"/>
          </a:p>
        </p:txBody>
      </p:sp>
      <p:sp>
        <p:nvSpPr>
          <p:cNvPr id="12" name="Text 10"/>
          <p:cNvSpPr/>
          <p:nvPr/>
        </p:nvSpPr>
        <p:spPr>
          <a:xfrm>
            <a:off x="4852555" y="2332686"/>
            <a:ext cx="2587336" cy="593394"/>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من18,211ريال </a:t>
            </a:r>
            <a:r>
              <a:rPr lang="ar-SA" sz="1400" b="1" dirty="0">
                <a:latin typeface="Arial" pitchFamily="34" charset="0"/>
                <a:ea typeface="Arial" pitchFamily="34" charset="-122"/>
                <a:cs typeface="Arial" pitchFamily="34" charset="-120"/>
              </a:rPr>
              <a:t>أموال مرحلة من عام </a:t>
            </a:r>
            <a:r>
              <a:rPr lang="en-US" sz="1400" b="1" dirty="0">
                <a:latin typeface="Arial" pitchFamily="34" charset="0"/>
                <a:ea typeface="Arial" pitchFamily="34" charset="-122"/>
                <a:cs typeface="Arial" pitchFamily="34" charset="-120"/>
              </a:rPr>
              <a:t>2025</a:t>
            </a:r>
            <a:r>
              <a:rPr lang="ar-SA" sz="1400" b="1" dirty="0">
                <a:latin typeface="Arial" pitchFamily="34" charset="0"/>
                <a:ea typeface="Arial" pitchFamily="34" charset="-122"/>
                <a:cs typeface="Arial" pitchFamily="34" charset="-120"/>
              </a:rPr>
              <a:t>م</a:t>
            </a:r>
            <a:endParaRPr lang="en-US" sz="1400" b="1" dirty="0"/>
          </a:p>
        </p:txBody>
      </p:sp>
      <p:sp>
        <p:nvSpPr>
          <p:cNvPr id="13" name="Shape 11"/>
          <p:cNvSpPr/>
          <p:nvPr/>
        </p:nvSpPr>
        <p:spPr>
          <a:xfrm>
            <a:off x="8046720" y="1463040"/>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4" name="Text 12"/>
          <p:cNvSpPr/>
          <p:nvPr/>
        </p:nvSpPr>
        <p:spPr>
          <a:xfrm>
            <a:off x="8046720" y="1600200"/>
            <a:ext cx="3566160" cy="548640"/>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972,713</a:t>
            </a:r>
            <a:endParaRPr lang="en-US" sz="2400" dirty="0"/>
          </a:p>
        </p:txBody>
      </p:sp>
      <p:sp>
        <p:nvSpPr>
          <p:cNvPr id="15" name="Text 13"/>
          <p:cNvSpPr/>
          <p:nvPr/>
        </p:nvSpPr>
        <p:spPr>
          <a:xfrm>
            <a:off x="8046720" y="2176272"/>
            <a:ext cx="356616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صافي الأصول</a:t>
            </a:r>
            <a:endParaRPr lang="en-US" sz="1400" dirty="0"/>
          </a:p>
        </p:txBody>
      </p:sp>
      <p:sp>
        <p:nvSpPr>
          <p:cNvPr id="16" name="Text 14"/>
          <p:cNvSpPr/>
          <p:nvPr/>
        </p:nvSpPr>
        <p:spPr>
          <a:xfrm>
            <a:off x="8138160" y="2514600"/>
            <a:ext cx="338328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مقابل 864,045 ريال في بداية الفترة</a:t>
            </a:r>
            <a:endParaRPr lang="en-US" sz="1400" b="1" dirty="0"/>
          </a:p>
        </p:txBody>
      </p:sp>
      <p:sp>
        <p:nvSpPr>
          <p:cNvPr id="17" name="Shape 15"/>
          <p:cNvSpPr/>
          <p:nvPr/>
        </p:nvSpPr>
        <p:spPr>
          <a:xfrm>
            <a:off x="548640" y="3154680"/>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8" name="Text 16"/>
          <p:cNvSpPr/>
          <p:nvPr/>
        </p:nvSpPr>
        <p:spPr>
          <a:xfrm>
            <a:off x="548640" y="3291840"/>
            <a:ext cx="3566160" cy="548640"/>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367,093</a:t>
            </a:r>
            <a:endParaRPr lang="en-US" sz="2400" dirty="0"/>
          </a:p>
        </p:txBody>
      </p:sp>
      <p:sp>
        <p:nvSpPr>
          <p:cNvPr id="19" name="Text 17"/>
          <p:cNvSpPr/>
          <p:nvPr/>
        </p:nvSpPr>
        <p:spPr>
          <a:xfrm>
            <a:off x="548640" y="3867912"/>
            <a:ext cx="356616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الأموال المقيدة</a:t>
            </a:r>
            <a:endParaRPr lang="en-US" sz="1400" dirty="0"/>
          </a:p>
        </p:txBody>
      </p:sp>
      <p:sp>
        <p:nvSpPr>
          <p:cNvPr id="20" name="Text 18"/>
          <p:cNvSpPr/>
          <p:nvPr/>
        </p:nvSpPr>
        <p:spPr>
          <a:xfrm>
            <a:off x="640080" y="4206240"/>
            <a:ext cx="338328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دعم مخصص لحالات علاجية</a:t>
            </a:r>
            <a:endParaRPr lang="en-US" sz="1400" b="1" dirty="0"/>
          </a:p>
        </p:txBody>
      </p:sp>
      <p:sp>
        <p:nvSpPr>
          <p:cNvPr id="21" name="Shape 19"/>
          <p:cNvSpPr/>
          <p:nvPr/>
        </p:nvSpPr>
        <p:spPr>
          <a:xfrm>
            <a:off x="4297680" y="3154680"/>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2" name="Text 20"/>
          <p:cNvSpPr/>
          <p:nvPr/>
        </p:nvSpPr>
        <p:spPr>
          <a:xfrm>
            <a:off x="4297680" y="3291840"/>
            <a:ext cx="3566160" cy="548640"/>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634,661</a:t>
            </a:r>
            <a:endParaRPr lang="en-US" sz="2400" dirty="0"/>
          </a:p>
        </p:txBody>
      </p:sp>
      <p:sp>
        <p:nvSpPr>
          <p:cNvPr id="23" name="Text 21"/>
          <p:cNvSpPr/>
          <p:nvPr/>
        </p:nvSpPr>
        <p:spPr>
          <a:xfrm>
            <a:off x="4297680" y="3867912"/>
            <a:ext cx="356616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الأموال غير المقيدة</a:t>
            </a:r>
            <a:endParaRPr lang="en-US" sz="1400" dirty="0"/>
          </a:p>
        </p:txBody>
      </p:sp>
      <p:sp>
        <p:nvSpPr>
          <p:cNvPr id="24" name="Text 22"/>
          <p:cNvSpPr/>
          <p:nvPr/>
        </p:nvSpPr>
        <p:spPr>
          <a:xfrm>
            <a:off x="4389120" y="4206240"/>
            <a:ext cx="338328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متاحة لتمويل البرامج والتشغيل</a:t>
            </a:r>
            <a:endParaRPr lang="en-US" sz="1400" b="1" dirty="0"/>
          </a:p>
        </p:txBody>
      </p:sp>
      <p:sp>
        <p:nvSpPr>
          <p:cNvPr id="25" name="Shape 23"/>
          <p:cNvSpPr/>
          <p:nvPr/>
        </p:nvSpPr>
        <p:spPr>
          <a:xfrm>
            <a:off x="8046720" y="3154680"/>
            <a:ext cx="3566160" cy="150876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6" name="Text 24"/>
          <p:cNvSpPr/>
          <p:nvPr/>
        </p:nvSpPr>
        <p:spPr>
          <a:xfrm>
            <a:off x="8046720" y="3291840"/>
            <a:ext cx="3566160" cy="548640"/>
          </a:xfrm>
          <a:prstGeom prst="rect">
            <a:avLst/>
          </a:prstGeom>
          <a:noFill/>
          <a:ln/>
        </p:spPr>
        <p:txBody>
          <a:bodyPr wrap="square" rtlCol="0" anchor="ctr"/>
          <a:lstStyle/>
          <a:p>
            <a:pPr marL="0" indent="0" algn="ctr">
              <a:buNone/>
            </a:pPr>
            <a:r>
              <a:rPr lang="en-US" sz="2400" b="1" dirty="0">
                <a:latin typeface="Arial" pitchFamily="34" charset="0"/>
                <a:ea typeface="Arial" pitchFamily="34" charset="-122"/>
                <a:cs typeface="Arial" pitchFamily="34" charset="-120"/>
              </a:rPr>
              <a:t>1,001,754</a:t>
            </a:r>
            <a:endParaRPr lang="en-US" sz="2400" dirty="0"/>
          </a:p>
        </p:txBody>
      </p:sp>
      <p:sp>
        <p:nvSpPr>
          <p:cNvPr id="27" name="Text 25"/>
          <p:cNvSpPr/>
          <p:nvPr/>
        </p:nvSpPr>
        <p:spPr>
          <a:xfrm>
            <a:off x="8046720" y="3867912"/>
            <a:ext cx="356616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إجمالي الأرصدة البنكية</a:t>
            </a:r>
            <a:endParaRPr lang="en-US" sz="1400" dirty="0"/>
          </a:p>
        </p:txBody>
      </p:sp>
      <p:sp>
        <p:nvSpPr>
          <p:cNvPr id="28" name="Text 26"/>
          <p:cNvSpPr/>
          <p:nvPr/>
        </p:nvSpPr>
        <p:spPr>
          <a:xfrm>
            <a:off x="8138160" y="4206240"/>
            <a:ext cx="338328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البنك الأهلي والراجحي</a:t>
            </a:r>
            <a:endParaRPr lang="en-US" sz="1400" b="1" dirty="0"/>
          </a:p>
        </p:txBody>
      </p:sp>
      <p:sp>
        <p:nvSpPr>
          <p:cNvPr id="29" name="Text 27"/>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30" name="Text 28"/>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7</a:t>
            </a:r>
            <a:endParaRPr lang="en-US" sz="900" dirty="0"/>
          </a:p>
        </p:txBody>
      </p:sp>
      <p:pic>
        <p:nvPicPr>
          <p:cNvPr id="31" name="Picture 16">
            <a:extLst>
              <a:ext uri="{FF2B5EF4-FFF2-40B4-BE49-F238E27FC236}">
                <a16:creationId xmlns:a16="http://schemas.microsoft.com/office/drawing/2014/main" id="{7C4D0F72-08B3-42AA-9F6E-FB1A65DBA1DC}"/>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57DFAC1D-AEFA-4D04-A6FA-A992D91675AB}"/>
              </a:ext>
            </a:extLst>
          </p:cNvPr>
          <p:cNvSpPr/>
          <p:nvPr/>
        </p:nvSpPr>
        <p:spPr>
          <a:xfrm>
            <a:off x="2255520" y="3108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ملخص المركز المالي</a:t>
            </a:r>
            <a:endParaRPr lang="en-US" sz="2800" dirty="0">
              <a:solidFill>
                <a:schemeClr val="bg1"/>
              </a:solidFill>
            </a:endParaRPr>
          </a:p>
        </p:txBody>
      </p:sp>
      <p:sp>
        <p:nvSpPr>
          <p:cNvPr id="4" name="مربع نص 3">
            <a:extLst>
              <a:ext uri="{FF2B5EF4-FFF2-40B4-BE49-F238E27FC236}">
                <a16:creationId xmlns:a16="http://schemas.microsoft.com/office/drawing/2014/main" id="{C5ED62F2-08BD-41AF-AFC2-302659BC6AB7}"/>
              </a:ext>
            </a:extLst>
          </p:cNvPr>
          <p:cNvSpPr txBox="1"/>
          <p:nvPr/>
        </p:nvSpPr>
        <p:spPr>
          <a:xfrm>
            <a:off x="3047223" y="1004987"/>
            <a:ext cx="6097554" cy="369332"/>
          </a:xfrm>
          <a:prstGeom prst="rect">
            <a:avLst/>
          </a:prstGeom>
          <a:noFill/>
        </p:spPr>
        <p:txBody>
          <a:bodyPr wrap="square">
            <a:spAutoFit/>
          </a:bodyPr>
          <a:lstStyle/>
          <a:p>
            <a:pPr marL="0" indent="0" algn="ctr" rtl="1">
              <a:buNone/>
            </a:pPr>
            <a:r>
              <a:rPr lang="ar-SA" sz="1800" b="1" dirty="0">
                <a:latin typeface="Arial" pitchFamily="34" charset="0"/>
                <a:ea typeface="Arial" pitchFamily="34" charset="-122"/>
                <a:cs typeface="Arial" pitchFamily="34" charset="-120"/>
              </a:rPr>
              <a:t>الى</a:t>
            </a:r>
            <a:r>
              <a:rPr lang="en-US" sz="1800" b="1" dirty="0">
                <a:latin typeface="Arial" pitchFamily="34" charset="0"/>
                <a:ea typeface="Arial" pitchFamily="34" charset="-122"/>
                <a:cs typeface="Arial" pitchFamily="34" charset="-120"/>
              </a:rPr>
              <a:t>2026/06/30 </a:t>
            </a:r>
            <a:r>
              <a:rPr lang="ar-SA" sz="1800" b="1" dirty="0">
                <a:latin typeface="Arial" pitchFamily="34" charset="0"/>
                <a:ea typeface="Arial" pitchFamily="34" charset="-122"/>
                <a:cs typeface="Arial" pitchFamily="34" charset="-120"/>
              </a:rPr>
              <a:t>م</a:t>
            </a:r>
            <a:endParaRPr lang="en-US" sz="1800" b="1" dirty="0"/>
          </a:p>
        </p:txBody>
      </p:sp>
      <p:sp>
        <p:nvSpPr>
          <p:cNvPr id="6" name="مربع نص 5">
            <a:extLst>
              <a:ext uri="{FF2B5EF4-FFF2-40B4-BE49-F238E27FC236}">
                <a16:creationId xmlns:a16="http://schemas.microsoft.com/office/drawing/2014/main" id="{AFD7DE39-DC97-4DDA-8D6F-7AECC8F22CB9}"/>
              </a:ext>
            </a:extLst>
          </p:cNvPr>
          <p:cNvSpPr txBox="1"/>
          <p:nvPr/>
        </p:nvSpPr>
        <p:spPr>
          <a:xfrm>
            <a:off x="5903946" y="378264"/>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أولاً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الأداء</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a:t>
            </a:r>
            <a:endParaRPr lang="en-US" sz="1800" dirty="0"/>
          </a:p>
        </p:txBody>
      </p:sp>
      <p:sp>
        <p:nvSpPr>
          <p:cNvPr id="9" name="Shape 23">
            <a:extLst>
              <a:ext uri="{FF2B5EF4-FFF2-40B4-BE49-F238E27FC236}">
                <a16:creationId xmlns:a16="http://schemas.microsoft.com/office/drawing/2014/main" id="{AC24CC25-3E98-4261-8A54-D044593E759F}"/>
              </a:ext>
            </a:extLst>
          </p:cNvPr>
          <p:cNvSpPr/>
          <p:nvPr/>
        </p:nvSpPr>
        <p:spPr>
          <a:xfrm>
            <a:off x="8335970" y="986273"/>
            <a:ext cx="3566160" cy="1021744"/>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0" name="Text 24">
            <a:extLst>
              <a:ext uri="{FF2B5EF4-FFF2-40B4-BE49-F238E27FC236}">
                <a16:creationId xmlns:a16="http://schemas.microsoft.com/office/drawing/2014/main" id="{2B13DC53-E3E2-451A-A719-DF8636BCB078}"/>
              </a:ext>
            </a:extLst>
          </p:cNvPr>
          <p:cNvSpPr/>
          <p:nvPr/>
        </p:nvSpPr>
        <p:spPr>
          <a:xfrm>
            <a:off x="8335970" y="945363"/>
            <a:ext cx="3566160" cy="548640"/>
          </a:xfrm>
          <a:prstGeom prst="rect">
            <a:avLst/>
          </a:prstGeom>
          <a:noFill/>
          <a:ln/>
        </p:spPr>
        <p:txBody>
          <a:bodyPr wrap="square" rtlCol="0" anchor="ctr"/>
          <a:lstStyle/>
          <a:p>
            <a:pPr marL="0" indent="0" algn="ctr">
              <a:buNone/>
            </a:pPr>
            <a:r>
              <a:rPr lang="en-US" sz="2000" b="1" dirty="0">
                <a:latin typeface="Arial" pitchFamily="34" charset="0"/>
                <a:ea typeface="Arial" pitchFamily="34" charset="-122"/>
                <a:cs typeface="Arial" pitchFamily="34" charset="-120"/>
              </a:rPr>
              <a:t>1,001,754</a:t>
            </a:r>
            <a:endParaRPr lang="en-US" sz="2000" dirty="0"/>
          </a:p>
        </p:txBody>
      </p:sp>
      <p:sp>
        <p:nvSpPr>
          <p:cNvPr id="11" name="Text 25">
            <a:extLst>
              <a:ext uri="{FF2B5EF4-FFF2-40B4-BE49-F238E27FC236}">
                <a16:creationId xmlns:a16="http://schemas.microsoft.com/office/drawing/2014/main" id="{CE34FF3D-1817-4C64-9360-1E779B2DA1CF}"/>
              </a:ext>
            </a:extLst>
          </p:cNvPr>
          <p:cNvSpPr/>
          <p:nvPr/>
        </p:nvSpPr>
        <p:spPr>
          <a:xfrm>
            <a:off x="8335970" y="1385251"/>
            <a:ext cx="356616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إجمالي الأرصدة البنكية</a:t>
            </a:r>
            <a:endParaRPr lang="en-US" sz="1400" dirty="0"/>
          </a:p>
        </p:txBody>
      </p:sp>
      <p:sp>
        <p:nvSpPr>
          <p:cNvPr id="12" name="Text 26">
            <a:extLst>
              <a:ext uri="{FF2B5EF4-FFF2-40B4-BE49-F238E27FC236}">
                <a16:creationId xmlns:a16="http://schemas.microsoft.com/office/drawing/2014/main" id="{F78FDC09-BDD1-449C-8DB7-E06FCE3D2DAF}"/>
              </a:ext>
            </a:extLst>
          </p:cNvPr>
          <p:cNvSpPr/>
          <p:nvPr/>
        </p:nvSpPr>
        <p:spPr>
          <a:xfrm>
            <a:off x="8427410" y="1616694"/>
            <a:ext cx="338328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البنك الأهلي والراجحي</a:t>
            </a:r>
            <a:endParaRPr lang="en-US" sz="1400" b="1" dirty="0"/>
          </a:p>
        </p:txBody>
      </p:sp>
      <p:pic>
        <p:nvPicPr>
          <p:cNvPr id="5" name="صورة 4">
            <a:extLst>
              <a:ext uri="{FF2B5EF4-FFF2-40B4-BE49-F238E27FC236}">
                <a16:creationId xmlns:a16="http://schemas.microsoft.com/office/drawing/2014/main" id="{712BAEA9-BF8C-477C-A50D-A0F559101623}"/>
              </a:ext>
            </a:extLst>
          </p:cNvPr>
          <p:cNvPicPr>
            <a:picLocks noChangeAspect="1"/>
          </p:cNvPicPr>
          <p:nvPr/>
        </p:nvPicPr>
        <p:blipFill>
          <a:blip r:embed="rId2"/>
          <a:stretch>
            <a:fillRect/>
          </a:stretch>
        </p:blipFill>
        <p:spPr>
          <a:xfrm>
            <a:off x="572147" y="2150865"/>
            <a:ext cx="11010900" cy="4328871"/>
          </a:xfrm>
          <a:prstGeom prst="rect">
            <a:avLst/>
          </a:prstGeom>
        </p:spPr>
      </p:pic>
    </p:spTree>
    <p:extLst>
      <p:ext uri="{BB962C8B-B14F-4D97-AF65-F5344CB8AC3E}">
        <p14:creationId xmlns:p14="http://schemas.microsoft.com/office/powerpoint/2010/main" val="1111998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31B5D08-CE0B-4BA1-8A9A-84EF4755E468}"/>
              </a:ext>
            </a:extLst>
          </p:cNvPr>
          <p:cNvSpPr/>
          <p:nvPr/>
        </p:nvSpPr>
        <p:spPr>
          <a:xfrm>
            <a:off x="2255520" y="3108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ملخص المركز المالي</a:t>
            </a:r>
            <a:endParaRPr lang="en-US" sz="2800" dirty="0">
              <a:solidFill>
                <a:schemeClr val="bg1"/>
              </a:solidFill>
            </a:endParaRPr>
          </a:p>
        </p:txBody>
      </p:sp>
      <p:sp>
        <p:nvSpPr>
          <p:cNvPr id="3" name="مربع نص 2">
            <a:extLst>
              <a:ext uri="{FF2B5EF4-FFF2-40B4-BE49-F238E27FC236}">
                <a16:creationId xmlns:a16="http://schemas.microsoft.com/office/drawing/2014/main" id="{956CD8BA-F302-4BA8-B7AB-83564DB1D3A6}"/>
              </a:ext>
            </a:extLst>
          </p:cNvPr>
          <p:cNvSpPr txBox="1"/>
          <p:nvPr/>
        </p:nvSpPr>
        <p:spPr>
          <a:xfrm>
            <a:off x="5903946" y="378264"/>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أولاً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الأداء</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a:t>
            </a:r>
            <a:endParaRPr lang="en-US" sz="1800" dirty="0"/>
          </a:p>
        </p:txBody>
      </p:sp>
      <p:pic>
        <p:nvPicPr>
          <p:cNvPr id="6" name="صورة 5">
            <a:extLst>
              <a:ext uri="{FF2B5EF4-FFF2-40B4-BE49-F238E27FC236}">
                <a16:creationId xmlns:a16="http://schemas.microsoft.com/office/drawing/2014/main" id="{D47075F6-9EC4-4AC1-8EC1-D307187713F0}"/>
              </a:ext>
            </a:extLst>
          </p:cNvPr>
          <p:cNvPicPr>
            <a:picLocks noChangeAspect="1"/>
          </p:cNvPicPr>
          <p:nvPr/>
        </p:nvPicPr>
        <p:blipFill>
          <a:blip r:embed="rId2"/>
          <a:stretch>
            <a:fillRect/>
          </a:stretch>
        </p:blipFill>
        <p:spPr>
          <a:xfrm>
            <a:off x="643466" y="1223555"/>
            <a:ext cx="10905067" cy="5256181"/>
          </a:xfrm>
          <a:prstGeom prst="rect">
            <a:avLst/>
          </a:prstGeom>
        </p:spPr>
      </p:pic>
    </p:spTree>
    <p:extLst>
      <p:ext uri="{BB962C8B-B14F-4D97-AF65-F5344CB8AC3E}">
        <p14:creationId xmlns:p14="http://schemas.microsoft.com/office/powerpoint/2010/main" val="1111582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9741901-E456-455E-97AB-21D32812690C}"/>
              </a:ext>
            </a:extLst>
          </p:cNvPr>
          <p:cNvSpPr/>
          <p:nvPr/>
        </p:nvSpPr>
        <p:spPr>
          <a:xfrm>
            <a:off x="2255520" y="3108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ملخص المركز المالي</a:t>
            </a:r>
            <a:endParaRPr lang="en-US" sz="2800" dirty="0">
              <a:solidFill>
                <a:schemeClr val="bg1"/>
              </a:solidFill>
            </a:endParaRPr>
          </a:p>
        </p:txBody>
      </p:sp>
      <p:sp>
        <p:nvSpPr>
          <p:cNvPr id="3" name="مربع نص 2">
            <a:extLst>
              <a:ext uri="{FF2B5EF4-FFF2-40B4-BE49-F238E27FC236}">
                <a16:creationId xmlns:a16="http://schemas.microsoft.com/office/drawing/2014/main" id="{96DAAC6D-A803-4998-ABF0-33E26076591D}"/>
              </a:ext>
            </a:extLst>
          </p:cNvPr>
          <p:cNvSpPr txBox="1"/>
          <p:nvPr/>
        </p:nvSpPr>
        <p:spPr>
          <a:xfrm>
            <a:off x="5903946" y="378264"/>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أولاً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الأداء</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a:t>
            </a:r>
            <a:endParaRPr lang="en-US" sz="1800" dirty="0"/>
          </a:p>
        </p:txBody>
      </p:sp>
      <p:pic>
        <p:nvPicPr>
          <p:cNvPr id="7" name="صورة 6">
            <a:extLst>
              <a:ext uri="{FF2B5EF4-FFF2-40B4-BE49-F238E27FC236}">
                <a16:creationId xmlns:a16="http://schemas.microsoft.com/office/drawing/2014/main" id="{E557AD8E-74BF-4BA6-B7E9-3AF8E26EE761}"/>
              </a:ext>
            </a:extLst>
          </p:cNvPr>
          <p:cNvPicPr>
            <a:picLocks noChangeAspect="1"/>
          </p:cNvPicPr>
          <p:nvPr/>
        </p:nvPicPr>
        <p:blipFill>
          <a:blip r:embed="rId2"/>
          <a:stretch>
            <a:fillRect/>
          </a:stretch>
        </p:blipFill>
        <p:spPr>
          <a:xfrm>
            <a:off x="1041400" y="1250875"/>
            <a:ext cx="10515600" cy="5296229"/>
          </a:xfrm>
          <a:prstGeom prst="rect">
            <a:avLst/>
          </a:prstGeom>
        </p:spPr>
      </p:pic>
    </p:spTree>
    <p:extLst>
      <p:ext uri="{BB962C8B-B14F-4D97-AF65-F5344CB8AC3E}">
        <p14:creationId xmlns:p14="http://schemas.microsoft.com/office/powerpoint/2010/main" val="941450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624A2034-9EB4-4DB1-AC72-39C8C30AFE5F}"/>
              </a:ext>
            </a:extLst>
          </p:cNvPr>
          <p:cNvSpPr/>
          <p:nvPr/>
        </p:nvSpPr>
        <p:spPr>
          <a:xfrm>
            <a:off x="2255520" y="310896"/>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ملخص المركز المالي</a:t>
            </a:r>
            <a:endParaRPr lang="en-US" sz="2800" dirty="0">
              <a:solidFill>
                <a:schemeClr val="bg1"/>
              </a:solidFill>
            </a:endParaRPr>
          </a:p>
        </p:txBody>
      </p:sp>
      <p:sp>
        <p:nvSpPr>
          <p:cNvPr id="3" name="مربع نص 2">
            <a:extLst>
              <a:ext uri="{FF2B5EF4-FFF2-40B4-BE49-F238E27FC236}">
                <a16:creationId xmlns:a16="http://schemas.microsoft.com/office/drawing/2014/main" id="{A903EDF0-A4F3-41ED-A520-7340D01200E6}"/>
              </a:ext>
            </a:extLst>
          </p:cNvPr>
          <p:cNvSpPr txBox="1"/>
          <p:nvPr/>
        </p:nvSpPr>
        <p:spPr>
          <a:xfrm>
            <a:off x="5903946" y="378264"/>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أولاً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الأداء</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المالي</a:t>
            </a:r>
            <a:endParaRPr lang="en-US" sz="1800" dirty="0"/>
          </a:p>
        </p:txBody>
      </p:sp>
      <p:sp>
        <p:nvSpPr>
          <p:cNvPr id="6" name="Shape 23">
            <a:extLst>
              <a:ext uri="{FF2B5EF4-FFF2-40B4-BE49-F238E27FC236}">
                <a16:creationId xmlns:a16="http://schemas.microsoft.com/office/drawing/2014/main" id="{BC6BFF71-6C56-4416-ADA3-883C40EB4249}"/>
              </a:ext>
            </a:extLst>
          </p:cNvPr>
          <p:cNvSpPr/>
          <p:nvPr/>
        </p:nvSpPr>
        <p:spPr>
          <a:xfrm>
            <a:off x="7675571" y="3004155"/>
            <a:ext cx="3566160" cy="1021744"/>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7" name="مربع نص 6">
            <a:extLst>
              <a:ext uri="{FF2B5EF4-FFF2-40B4-BE49-F238E27FC236}">
                <a16:creationId xmlns:a16="http://schemas.microsoft.com/office/drawing/2014/main" id="{EC56ADA8-D53F-4593-A960-E71E7CA317FF}"/>
              </a:ext>
            </a:extLst>
          </p:cNvPr>
          <p:cNvSpPr txBox="1"/>
          <p:nvPr/>
        </p:nvSpPr>
        <p:spPr>
          <a:xfrm>
            <a:off x="8434184" y="3259667"/>
            <a:ext cx="2048934" cy="400110"/>
          </a:xfrm>
          <a:prstGeom prst="rect">
            <a:avLst/>
          </a:prstGeom>
          <a:noFill/>
        </p:spPr>
        <p:txBody>
          <a:bodyPr wrap="square" rtlCol="1">
            <a:spAutoFit/>
          </a:bodyPr>
          <a:lstStyle/>
          <a:p>
            <a:pPr algn="ctr"/>
            <a:r>
              <a:rPr lang="ar-SA" sz="2000" b="1" dirty="0"/>
              <a:t>الذمم المدينة</a:t>
            </a:r>
          </a:p>
        </p:txBody>
      </p:sp>
      <p:pic>
        <p:nvPicPr>
          <p:cNvPr id="8" name="صورة 7">
            <a:extLst>
              <a:ext uri="{FF2B5EF4-FFF2-40B4-BE49-F238E27FC236}">
                <a16:creationId xmlns:a16="http://schemas.microsoft.com/office/drawing/2014/main" id="{B49117E1-A698-49C5-87A4-3E709273FC3F}"/>
              </a:ext>
            </a:extLst>
          </p:cNvPr>
          <p:cNvPicPr>
            <a:picLocks noChangeAspect="1"/>
          </p:cNvPicPr>
          <p:nvPr/>
        </p:nvPicPr>
        <p:blipFill>
          <a:blip r:embed="rId2"/>
          <a:stretch>
            <a:fillRect/>
          </a:stretch>
        </p:blipFill>
        <p:spPr>
          <a:xfrm>
            <a:off x="343429" y="1143001"/>
            <a:ext cx="7234238" cy="5497238"/>
          </a:xfrm>
          <a:prstGeom prst="rect">
            <a:avLst/>
          </a:prstGeom>
        </p:spPr>
      </p:pic>
    </p:spTree>
    <p:extLst>
      <p:ext uri="{BB962C8B-B14F-4D97-AF65-F5344CB8AC3E}">
        <p14:creationId xmlns:p14="http://schemas.microsoft.com/office/powerpoint/2010/main" val="3816747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3" name="Text 1"/>
          <p:cNvSpPr/>
          <p:nvPr/>
        </p:nvSpPr>
        <p:spPr>
          <a:xfrm>
            <a:off x="1972195" y="272034"/>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الأصول الثابتة</a:t>
            </a:r>
            <a:endParaRPr lang="en-US" sz="2800" dirty="0">
              <a:solidFill>
                <a:schemeClr val="bg1"/>
              </a:solidFill>
            </a:endParaRPr>
          </a:p>
        </p:txBody>
      </p:sp>
      <p:sp>
        <p:nvSpPr>
          <p:cNvPr id="4" name="Text 2"/>
          <p:cNvSpPr/>
          <p:nvPr/>
        </p:nvSpPr>
        <p:spPr>
          <a:xfrm>
            <a:off x="2670465" y="848063"/>
            <a:ext cx="6156294" cy="437168"/>
          </a:xfrm>
          <a:prstGeom prst="rect">
            <a:avLst/>
          </a:prstGeom>
          <a:noFill/>
          <a:ln/>
        </p:spPr>
        <p:txBody>
          <a:bodyPr wrap="square" rtlCol="0" anchor="ctr"/>
          <a:lstStyle/>
          <a:p>
            <a:pPr marL="0" indent="0" algn="r" rtl="1">
              <a:buNone/>
            </a:pPr>
            <a:r>
              <a:rPr lang="en-US" b="1" dirty="0">
                <a:latin typeface="Arial" pitchFamily="34" charset="0"/>
                <a:ea typeface="Arial" pitchFamily="34" charset="-122"/>
                <a:cs typeface="Arial" pitchFamily="34" charset="-120"/>
              </a:rPr>
              <a:t>مقارنة النصف الأول</a:t>
            </a:r>
            <a:r>
              <a:rPr lang="ar-SA" b="1" dirty="0">
                <a:latin typeface="Arial" pitchFamily="34" charset="0"/>
                <a:ea typeface="Arial" pitchFamily="34" charset="-122"/>
                <a:cs typeface="Arial" pitchFamily="34" charset="-120"/>
              </a:rPr>
              <a:t> لعام </a:t>
            </a:r>
            <a:r>
              <a:rPr lang="en-US" b="1" dirty="0">
                <a:latin typeface="Arial" pitchFamily="34" charset="0"/>
                <a:ea typeface="Arial" pitchFamily="34" charset="-122"/>
                <a:cs typeface="Arial" pitchFamily="34" charset="-120"/>
              </a:rPr>
              <a:t> 2026م بالنصف الأول </a:t>
            </a:r>
            <a:r>
              <a:rPr lang="ar-SA" b="1" dirty="0">
                <a:latin typeface="Arial" pitchFamily="34" charset="0"/>
                <a:ea typeface="Arial" pitchFamily="34" charset="-122"/>
                <a:cs typeface="Arial" pitchFamily="34" charset="-120"/>
              </a:rPr>
              <a:t>لعام </a:t>
            </a:r>
            <a:r>
              <a:rPr lang="en-US" b="1" dirty="0">
                <a:latin typeface="Arial" pitchFamily="34" charset="0"/>
                <a:ea typeface="Arial" pitchFamily="34" charset="-122"/>
                <a:cs typeface="Arial" pitchFamily="34" charset="-120"/>
              </a:rPr>
              <a:t> 2025م </a:t>
            </a:r>
            <a:r>
              <a:rPr lang="en-US" b="1" dirty="0" err="1">
                <a:latin typeface="Arial" pitchFamily="34" charset="0"/>
                <a:ea typeface="Arial" pitchFamily="34" charset="-122"/>
                <a:cs typeface="Arial" pitchFamily="34" charset="-120"/>
              </a:rPr>
              <a:t>عام</a:t>
            </a:r>
            <a:r>
              <a:rPr lang="en-US" b="1" dirty="0">
                <a:latin typeface="Arial" pitchFamily="34" charset="0"/>
                <a:ea typeface="Arial" pitchFamily="34" charset="-122"/>
                <a:cs typeface="Arial" pitchFamily="34" charset="-120"/>
              </a:rPr>
              <a:t> التأسيس</a:t>
            </a:r>
            <a:endParaRPr lang="en-US" b="1" dirty="0"/>
          </a:p>
        </p:txBody>
      </p:sp>
      <p:sp>
        <p:nvSpPr>
          <p:cNvPr id="5" name="Shape 3"/>
          <p:cNvSpPr/>
          <p:nvPr/>
        </p:nvSpPr>
        <p:spPr>
          <a:xfrm>
            <a:off x="8321040" y="2715768"/>
            <a:ext cx="356616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6" name="Text 4"/>
          <p:cNvSpPr/>
          <p:nvPr/>
        </p:nvSpPr>
        <p:spPr>
          <a:xfrm>
            <a:off x="8200507" y="2748611"/>
            <a:ext cx="3686693" cy="662473"/>
          </a:xfrm>
          <a:prstGeom prst="rect">
            <a:avLst/>
          </a:prstGeom>
          <a:noFill/>
          <a:ln/>
        </p:spPr>
        <p:txBody>
          <a:bodyPr wrap="square" rtlCol="0" anchor="ctr"/>
          <a:lstStyle/>
          <a:p>
            <a:pPr marL="0" indent="0" algn="ctr">
              <a:buNone/>
            </a:pPr>
            <a:r>
              <a:rPr lang="en-US" sz="2200" b="1" dirty="0">
                <a:latin typeface="Arial" pitchFamily="34" charset="0"/>
                <a:ea typeface="Arial" pitchFamily="34" charset="-122"/>
                <a:cs typeface="Arial" pitchFamily="34" charset="-120"/>
              </a:rPr>
              <a:t>15,620.80</a:t>
            </a:r>
            <a:endParaRPr lang="en-US" sz="2200" dirty="0"/>
          </a:p>
        </p:txBody>
      </p:sp>
      <p:sp>
        <p:nvSpPr>
          <p:cNvPr id="7" name="Text 5"/>
          <p:cNvSpPr/>
          <p:nvPr/>
        </p:nvSpPr>
        <p:spPr>
          <a:xfrm>
            <a:off x="8910898" y="3358551"/>
            <a:ext cx="2386444" cy="463577"/>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مصروفات </a:t>
            </a:r>
            <a:r>
              <a:rPr lang="en-US" sz="1400" b="1" dirty="0" err="1">
                <a:latin typeface="Arial" pitchFamily="34" charset="0"/>
                <a:ea typeface="Arial" pitchFamily="34" charset="-122"/>
                <a:cs typeface="Arial" pitchFamily="34" charset="-120"/>
              </a:rPr>
              <a:t>الأصول</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الثابتة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لعام </a:t>
            </a:r>
            <a:r>
              <a:rPr lang="en-US" sz="1400" b="1" dirty="0">
                <a:latin typeface="Arial" pitchFamily="34" charset="0"/>
                <a:ea typeface="Arial" pitchFamily="34" charset="-122"/>
                <a:cs typeface="Arial" pitchFamily="34" charset="-120"/>
              </a:rPr>
              <a:t> 2026م</a:t>
            </a:r>
            <a:endParaRPr lang="en-US" sz="1400" b="1" dirty="0"/>
          </a:p>
        </p:txBody>
      </p:sp>
      <p:sp>
        <p:nvSpPr>
          <p:cNvPr id="12" name="Text 10"/>
          <p:cNvSpPr/>
          <p:nvPr/>
        </p:nvSpPr>
        <p:spPr>
          <a:xfrm>
            <a:off x="8046720" y="1481328"/>
            <a:ext cx="3566160" cy="754380"/>
          </a:xfrm>
          <a:prstGeom prst="rect">
            <a:avLst/>
          </a:prstGeom>
          <a:noFill/>
          <a:ln/>
        </p:spPr>
        <p:txBody>
          <a:bodyPr wrap="square" rtlCol="0" anchor="ctr"/>
          <a:lstStyle/>
          <a:p>
            <a:pPr marL="0" indent="0" algn="ctr">
              <a:buNone/>
            </a:pPr>
            <a:endParaRPr lang="en-US" sz="3000" dirty="0"/>
          </a:p>
        </p:txBody>
      </p:sp>
      <p:sp>
        <p:nvSpPr>
          <p:cNvPr id="13" name="Text 11"/>
          <p:cNvSpPr/>
          <p:nvPr/>
        </p:nvSpPr>
        <p:spPr>
          <a:xfrm>
            <a:off x="8046720" y="2167128"/>
            <a:ext cx="3566160" cy="548640"/>
          </a:xfrm>
          <a:prstGeom prst="rect">
            <a:avLst/>
          </a:prstGeom>
          <a:noFill/>
          <a:ln/>
        </p:spPr>
        <p:txBody>
          <a:bodyPr wrap="square" rtlCol="0" anchor="ctr"/>
          <a:lstStyle/>
          <a:p>
            <a:pPr marL="0" indent="0" algn="ctr" rtl="1">
              <a:buNone/>
            </a:pPr>
            <a:endParaRPr lang="en-US" sz="1400" b="1" dirty="0"/>
          </a:p>
        </p:txBody>
      </p:sp>
      <p:sp>
        <p:nvSpPr>
          <p:cNvPr id="18" name="Text 14"/>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9" name="Text 15"/>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8</a:t>
            </a:r>
            <a:endParaRPr lang="en-US" sz="900" dirty="0"/>
          </a:p>
        </p:txBody>
      </p:sp>
      <p:pic>
        <p:nvPicPr>
          <p:cNvPr id="14" name="صورة 13">
            <a:extLst>
              <a:ext uri="{FF2B5EF4-FFF2-40B4-BE49-F238E27FC236}">
                <a16:creationId xmlns:a16="http://schemas.microsoft.com/office/drawing/2014/main" id="{02FD0ABF-3496-4513-B679-EF10176AAFE8}"/>
              </a:ext>
            </a:extLst>
          </p:cNvPr>
          <p:cNvPicPr>
            <a:picLocks noChangeAspect="1"/>
          </p:cNvPicPr>
          <p:nvPr/>
        </p:nvPicPr>
        <p:blipFill>
          <a:blip r:embed="rId3"/>
          <a:stretch>
            <a:fillRect/>
          </a:stretch>
        </p:blipFill>
        <p:spPr>
          <a:xfrm>
            <a:off x="347597" y="1481328"/>
            <a:ext cx="7852909" cy="533095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41DE467-D5DF-4109-BD36-4547313D9C27}"/>
              </a:ext>
            </a:extLst>
          </p:cNvPr>
          <p:cNvSpPr/>
          <p:nvPr/>
        </p:nvSpPr>
        <p:spPr>
          <a:xfrm>
            <a:off x="1972195" y="272034"/>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الأصول الثابتة</a:t>
            </a:r>
            <a:endParaRPr lang="en-US" sz="2800" dirty="0">
              <a:solidFill>
                <a:schemeClr val="bg1"/>
              </a:solidFill>
            </a:endParaRPr>
          </a:p>
        </p:txBody>
      </p:sp>
      <p:sp>
        <p:nvSpPr>
          <p:cNvPr id="3" name="Text 0">
            <a:extLst>
              <a:ext uri="{FF2B5EF4-FFF2-40B4-BE49-F238E27FC236}">
                <a16:creationId xmlns:a16="http://schemas.microsoft.com/office/drawing/2014/main" id="{C9009B58-0649-49FB-B13D-D4D711D0651E}"/>
              </a:ext>
            </a:extLst>
          </p:cNvPr>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أولاً: الأداء المالي</a:t>
            </a:r>
            <a:endParaRPr lang="en-US" sz="1400" dirty="0"/>
          </a:p>
        </p:txBody>
      </p:sp>
      <p:sp>
        <p:nvSpPr>
          <p:cNvPr id="5" name="مربع نص 4">
            <a:extLst>
              <a:ext uri="{FF2B5EF4-FFF2-40B4-BE49-F238E27FC236}">
                <a16:creationId xmlns:a16="http://schemas.microsoft.com/office/drawing/2014/main" id="{BD8823BD-A056-4DE3-8CD1-8CE55FB4A1A7}"/>
              </a:ext>
            </a:extLst>
          </p:cNvPr>
          <p:cNvSpPr txBox="1"/>
          <p:nvPr/>
        </p:nvSpPr>
        <p:spPr>
          <a:xfrm>
            <a:off x="3048778" y="939300"/>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مقارنة</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النصف</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الأول</a:t>
            </a:r>
            <a:r>
              <a:rPr lang="ar-SA" sz="1800" b="1" dirty="0">
                <a:latin typeface="Arial" pitchFamily="34" charset="0"/>
                <a:ea typeface="Arial" pitchFamily="34" charset="-122"/>
                <a:cs typeface="Arial" pitchFamily="34" charset="-120"/>
              </a:rPr>
              <a:t> لعام </a:t>
            </a:r>
            <a:r>
              <a:rPr lang="en-US" sz="1800" b="1" dirty="0">
                <a:latin typeface="Arial" pitchFamily="34" charset="0"/>
                <a:ea typeface="Arial" pitchFamily="34" charset="-122"/>
                <a:cs typeface="Arial" pitchFamily="34" charset="-120"/>
              </a:rPr>
              <a:t> 2026م </a:t>
            </a:r>
            <a:r>
              <a:rPr lang="en-US" sz="1800" b="1" dirty="0" err="1">
                <a:latin typeface="Arial" pitchFamily="34" charset="0"/>
                <a:ea typeface="Arial" pitchFamily="34" charset="-122"/>
                <a:cs typeface="Arial" pitchFamily="34" charset="-120"/>
              </a:rPr>
              <a:t>بالنصف</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الأول</a:t>
            </a:r>
            <a:r>
              <a:rPr lang="en-US" sz="1800" b="1" dirty="0">
                <a:latin typeface="Arial" pitchFamily="34" charset="0"/>
                <a:ea typeface="Arial" pitchFamily="34" charset="-122"/>
                <a:cs typeface="Arial" pitchFamily="34" charset="-120"/>
              </a:rPr>
              <a:t> </a:t>
            </a:r>
            <a:r>
              <a:rPr lang="ar-SA" sz="1800" b="1" dirty="0">
                <a:latin typeface="Arial" pitchFamily="34" charset="0"/>
                <a:ea typeface="Arial" pitchFamily="34" charset="-122"/>
                <a:cs typeface="Arial" pitchFamily="34" charset="-120"/>
              </a:rPr>
              <a:t>لعام </a:t>
            </a:r>
            <a:r>
              <a:rPr lang="en-US" sz="1800" b="1" dirty="0">
                <a:latin typeface="Arial" pitchFamily="34" charset="0"/>
                <a:ea typeface="Arial" pitchFamily="34" charset="-122"/>
                <a:cs typeface="Arial" pitchFamily="34" charset="-120"/>
              </a:rPr>
              <a:t> 2025م </a:t>
            </a:r>
            <a:r>
              <a:rPr lang="en-US" sz="1800" b="1" dirty="0" err="1">
                <a:latin typeface="Arial" pitchFamily="34" charset="0"/>
                <a:ea typeface="Arial" pitchFamily="34" charset="-122"/>
                <a:cs typeface="Arial" pitchFamily="34" charset="-120"/>
              </a:rPr>
              <a:t>عام</a:t>
            </a:r>
            <a:r>
              <a:rPr lang="en-US" sz="1800" b="1" dirty="0">
                <a:latin typeface="Arial" pitchFamily="34" charset="0"/>
                <a:ea typeface="Arial" pitchFamily="34" charset="-122"/>
                <a:cs typeface="Arial" pitchFamily="34" charset="-120"/>
              </a:rPr>
              <a:t> التأسيس</a:t>
            </a:r>
            <a:endParaRPr lang="en-US" sz="1800" b="1" dirty="0"/>
          </a:p>
        </p:txBody>
      </p:sp>
      <p:sp>
        <p:nvSpPr>
          <p:cNvPr id="6" name="Shape 6">
            <a:extLst>
              <a:ext uri="{FF2B5EF4-FFF2-40B4-BE49-F238E27FC236}">
                <a16:creationId xmlns:a16="http://schemas.microsoft.com/office/drawing/2014/main" id="{84A1C019-C88D-4161-B01C-0255B890B44E}"/>
              </a:ext>
            </a:extLst>
          </p:cNvPr>
          <p:cNvSpPr/>
          <p:nvPr/>
        </p:nvSpPr>
        <p:spPr>
          <a:xfrm>
            <a:off x="8321040" y="3429000"/>
            <a:ext cx="3566160" cy="137160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algn="ctr"/>
            <a:endParaRPr lang="en-US" sz="1800" dirty="0"/>
          </a:p>
          <a:p>
            <a:pPr algn="ctr"/>
            <a:endParaRPr lang="en-US" sz="1800" b="1" dirty="0"/>
          </a:p>
          <a:p>
            <a:endParaRPr lang="ar-SA" dirty="0"/>
          </a:p>
        </p:txBody>
      </p:sp>
      <p:sp>
        <p:nvSpPr>
          <p:cNvPr id="8" name="مربع نص 7">
            <a:extLst>
              <a:ext uri="{FF2B5EF4-FFF2-40B4-BE49-F238E27FC236}">
                <a16:creationId xmlns:a16="http://schemas.microsoft.com/office/drawing/2014/main" id="{4868E362-681A-41A4-B0AD-77FD5D6B508D}"/>
              </a:ext>
            </a:extLst>
          </p:cNvPr>
          <p:cNvSpPr txBox="1"/>
          <p:nvPr/>
        </p:nvSpPr>
        <p:spPr>
          <a:xfrm>
            <a:off x="9362336" y="3553675"/>
            <a:ext cx="1483567" cy="369332"/>
          </a:xfrm>
          <a:prstGeom prst="rect">
            <a:avLst/>
          </a:prstGeom>
          <a:noFill/>
        </p:spPr>
        <p:txBody>
          <a:bodyPr wrap="square" rtlCol="1">
            <a:spAutoFit/>
          </a:bodyPr>
          <a:lstStyle/>
          <a:p>
            <a:pPr algn="ctr"/>
            <a:r>
              <a:rPr lang="en-US" sz="1800" b="1" dirty="0">
                <a:latin typeface="Arial" pitchFamily="34" charset="0"/>
                <a:ea typeface="Arial" pitchFamily="34" charset="-122"/>
                <a:cs typeface="Arial" pitchFamily="34" charset="-120"/>
              </a:rPr>
              <a:t>34,775.50</a:t>
            </a:r>
            <a:endParaRPr lang="ar-SA" dirty="0"/>
          </a:p>
        </p:txBody>
      </p:sp>
      <p:sp>
        <p:nvSpPr>
          <p:cNvPr id="9" name="مربع نص 8">
            <a:extLst>
              <a:ext uri="{FF2B5EF4-FFF2-40B4-BE49-F238E27FC236}">
                <a16:creationId xmlns:a16="http://schemas.microsoft.com/office/drawing/2014/main" id="{58FBCDB0-B576-4A37-97D6-8E5D7B2167A8}"/>
              </a:ext>
            </a:extLst>
          </p:cNvPr>
          <p:cNvSpPr txBox="1"/>
          <p:nvPr/>
        </p:nvSpPr>
        <p:spPr>
          <a:xfrm>
            <a:off x="8629883" y="4037230"/>
            <a:ext cx="2948472" cy="646331"/>
          </a:xfrm>
          <a:prstGeom prst="rect">
            <a:avLst/>
          </a:prstGeom>
          <a:noFill/>
        </p:spPr>
        <p:txBody>
          <a:bodyPr wrap="square" rtlCol="1">
            <a:spAutoFit/>
          </a:bodyPr>
          <a:lstStyle/>
          <a:p>
            <a:pPr algn="ctr"/>
            <a:r>
              <a:rPr lang="ar-SA" dirty="0"/>
              <a:t>مصروفات الأصول الثابتة لعام </a:t>
            </a:r>
            <a:r>
              <a:rPr lang="en-US" dirty="0"/>
              <a:t>2025</a:t>
            </a:r>
            <a:r>
              <a:rPr lang="ar-SA" dirty="0"/>
              <a:t>م</a:t>
            </a:r>
          </a:p>
        </p:txBody>
      </p:sp>
      <p:pic>
        <p:nvPicPr>
          <p:cNvPr id="10" name="صورة 9">
            <a:extLst>
              <a:ext uri="{FF2B5EF4-FFF2-40B4-BE49-F238E27FC236}">
                <a16:creationId xmlns:a16="http://schemas.microsoft.com/office/drawing/2014/main" id="{A9F7DE68-7241-478A-A4E9-D03536284FD1}"/>
              </a:ext>
            </a:extLst>
          </p:cNvPr>
          <p:cNvPicPr>
            <a:picLocks noChangeAspect="1"/>
          </p:cNvPicPr>
          <p:nvPr/>
        </p:nvPicPr>
        <p:blipFill>
          <a:blip r:embed="rId2"/>
          <a:stretch>
            <a:fillRect/>
          </a:stretch>
        </p:blipFill>
        <p:spPr>
          <a:xfrm>
            <a:off x="304801" y="1427258"/>
            <a:ext cx="7848599" cy="5330184"/>
          </a:xfrm>
          <a:prstGeom prst="rect">
            <a:avLst/>
          </a:prstGeom>
        </p:spPr>
      </p:pic>
    </p:spTree>
    <p:extLst>
      <p:ext uri="{BB962C8B-B14F-4D97-AF65-F5344CB8AC3E}">
        <p14:creationId xmlns:p14="http://schemas.microsoft.com/office/powerpoint/2010/main" val="39470984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ثانياً: البرامج والخدمات</a:t>
            </a:r>
            <a:endParaRPr lang="en-US" sz="1400" dirty="0"/>
          </a:p>
        </p:txBody>
      </p:sp>
      <p:sp>
        <p:nvSpPr>
          <p:cNvPr id="3" name="Text 1"/>
          <p:cNvSpPr/>
          <p:nvPr/>
        </p:nvSpPr>
        <p:spPr>
          <a:xfrm>
            <a:off x="2240280" y="298494"/>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المساعدات الطبية: قفزة نوعية في الأثر</a:t>
            </a:r>
            <a:endParaRPr lang="en-US" sz="2000" dirty="0">
              <a:solidFill>
                <a:schemeClr val="bg1"/>
              </a:solidFill>
            </a:endParaRPr>
          </a:p>
        </p:txBody>
      </p:sp>
      <p:sp>
        <p:nvSpPr>
          <p:cNvPr id="4" name="Shape 2"/>
          <p:cNvSpPr/>
          <p:nvPr/>
        </p:nvSpPr>
        <p:spPr>
          <a:xfrm>
            <a:off x="548640" y="1234440"/>
            <a:ext cx="3383280" cy="196596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5" name="Text 3"/>
          <p:cNvSpPr/>
          <p:nvPr/>
        </p:nvSpPr>
        <p:spPr>
          <a:xfrm>
            <a:off x="548640" y="1371600"/>
            <a:ext cx="3383280" cy="777240"/>
          </a:xfrm>
          <a:prstGeom prst="rect">
            <a:avLst/>
          </a:prstGeom>
          <a:noFill/>
          <a:ln/>
        </p:spPr>
        <p:txBody>
          <a:bodyPr wrap="square" rtlCol="0" anchor="ctr"/>
          <a:lstStyle/>
          <a:p>
            <a:pPr marL="0" indent="0" algn="ctr">
              <a:buNone/>
            </a:pPr>
            <a:r>
              <a:rPr lang="en-US" sz="3600" b="1" dirty="0">
                <a:latin typeface="Arial" pitchFamily="34" charset="0"/>
                <a:ea typeface="Arial" pitchFamily="34" charset="-122"/>
                <a:cs typeface="Arial" pitchFamily="34" charset="-120"/>
              </a:rPr>
              <a:t>208,605</a:t>
            </a:r>
            <a:endParaRPr lang="en-US" sz="3600" dirty="0"/>
          </a:p>
        </p:txBody>
      </p:sp>
      <p:sp>
        <p:nvSpPr>
          <p:cNvPr id="6" name="Text 4"/>
          <p:cNvSpPr/>
          <p:nvPr/>
        </p:nvSpPr>
        <p:spPr>
          <a:xfrm>
            <a:off x="548640" y="2103120"/>
            <a:ext cx="3383280" cy="320040"/>
          </a:xfrm>
          <a:prstGeom prst="rect">
            <a:avLst/>
          </a:prstGeom>
          <a:noFill/>
          <a:ln/>
        </p:spPr>
        <p:txBody>
          <a:bodyPr wrap="square" rtlCol="0" anchor="ctr"/>
          <a:lstStyle/>
          <a:p>
            <a:pPr marL="0" indent="0" algn="ctr" rtl="1">
              <a:buNone/>
            </a:pPr>
            <a:r>
              <a:rPr lang="en-US" sz="1500" b="1" dirty="0">
                <a:latin typeface="Arial" pitchFamily="34" charset="0"/>
                <a:ea typeface="Arial" pitchFamily="34" charset="-122"/>
                <a:cs typeface="Arial" pitchFamily="34" charset="-120"/>
              </a:rPr>
              <a:t>ريال سعودي</a:t>
            </a:r>
            <a:endParaRPr lang="en-US" sz="1500" b="1" dirty="0"/>
          </a:p>
        </p:txBody>
      </p:sp>
      <p:sp>
        <p:nvSpPr>
          <p:cNvPr id="7" name="Text 5"/>
          <p:cNvSpPr/>
          <p:nvPr/>
        </p:nvSpPr>
        <p:spPr>
          <a:xfrm>
            <a:off x="548640" y="2450592"/>
            <a:ext cx="3383280" cy="365760"/>
          </a:xfrm>
          <a:prstGeom prst="rect">
            <a:avLst/>
          </a:prstGeom>
          <a:noFill/>
          <a:ln/>
        </p:spPr>
        <p:txBody>
          <a:bodyPr wrap="square" rtlCol="0" anchor="ctr"/>
          <a:lstStyle/>
          <a:p>
            <a:pPr marL="0" indent="0" algn="ctr" rtl="1">
              <a:buNone/>
            </a:pPr>
            <a:r>
              <a:rPr lang="en-US" sz="1500" b="1" dirty="0">
                <a:latin typeface="Arial" pitchFamily="34" charset="0"/>
                <a:ea typeface="Arial" pitchFamily="34" charset="-122"/>
                <a:cs typeface="Arial" pitchFamily="34" charset="-120"/>
              </a:rPr>
              <a:t>قيمة المساعدات الطبية 2026م</a:t>
            </a:r>
            <a:endParaRPr lang="en-US" sz="1500" b="1" dirty="0"/>
          </a:p>
        </p:txBody>
      </p:sp>
      <p:sp>
        <p:nvSpPr>
          <p:cNvPr id="8" name="Text 6"/>
          <p:cNvSpPr/>
          <p:nvPr/>
        </p:nvSpPr>
        <p:spPr>
          <a:xfrm>
            <a:off x="548640" y="2816352"/>
            <a:ext cx="3383280" cy="320040"/>
          </a:xfrm>
          <a:prstGeom prst="rect">
            <a:avLst/>
          </a:prstGeom>
          <a:noFill/>
          <a:ln/>
        </p:spPr>
        <p:txBody>
          <a:bodyPr wrap="square" rtlCol="0" anchor="ctr"/>
          <a:lstStyle/>
          <a:p>
            <a:pPr marL="0" indent="0" algn="ctr" rtl="1">
              <a:buNone/>
            </a:pPr>
            <a:r>
              <a:rPr lang="en-US" sz="1500" b="1" dirty="0">
                <a:latin typeface="Arial" pitchFamily="34" charset="0"/>
                <a:ea typeface="Arial" pitchFamily="34" charset="-122"/>
                <a:cs typeface="Arial" pitchFamily="34" charset="-120"/>
              </a:rPr>
              <a:t>مقابل 20,000 ريال </a:t>
            </a:r>
            <a:r>
              <a:rPr lang="en-US" sz="1500" b="1" dirty="0" err="1">
                <a:latin typeface="Arial" pitchFamily="34" charset="0"/>
                <a:ea typeface="Arial" pitchFamily="34" charset="-122"/>
                <a:cs typeface="Arial" pitchFamily="34" charset="-120"/>
              </a:rPr>
              <a:t>في</a:t>
            </a:r>
            <a:r>
              <a:rPr lang="en-US" sz="1500" b="1" dirty="0">
                <a:latin typeface="Arial" pitchFamily="34" charset="0"/>
                <a:ea typeface="Arial" pitchFamily="34" charset="-122"/>
                <a:cs typeface="Arial" pitchFamily="34" charset="-120"/>
              </a:rPr>
              <a:t> 2025م</a:t>
            </a:r>
            <a:endParaRPr lang="en-US" sz="1500" dirty="0"/>
          </a:p>
        </p:txBody>
      </p:sp>
      <p:sp>
        <p:nvSpPr>
          <p:cNvPr id="9" name="Shape 7"/>
          <p:cNvSpPr/>
          <p:nvPr/>
        </p:nvSpPr>
        <p:spPr>
          <a:xfrm>
            <a:off x="548640" y="3383280"/>
            <a:ext cx="3383280" cy="1463040"/>
          </a:xfrm>
          <a:prstGeom prst="flowChartAlternateProcess">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0" name="Text 8"/>
          <p:cNvSpPr/>
          <p:nvPr/>
        </p:nvSpPr>
        <p:spPr>
          <a:xfrm>
            <a:off x="548640" y="3474720"/>
            <a:ext cx="3383280" cy="685800"/>
          </a:xfrm>
          <a:prstGeom prst="rect">
            <a:avLst/>
          </a:prstGeom>
          <a:noFill/>
          <a:ln/>
        </p:spPr>
        <p:txBody>
          <a:bodyPr wrap="square" rtlCol="0" anchor="ctr"/>
          <a:lstStyle/>
          <a:p>
            <a:pPr marL="0" indent="0" algn="ctr">
              <a:buNone/>
            </a:pPr>
            <a:r>
              <a:rPr lang="en-US" sz="3400" b="1" dirty="0">
                <a:latin typeface="Arial" pitchFamily="34" charset="0"/>
                <a:ea typeface="Arial" pitchFamily="34" charset="-122"/>
                <a:cs typeface="Arial" pitchFamily="34" charset="-120"/>
              </a:rPr>
              <a:t>7</a:t>
            </a:r>
            <a:endParaRPr lang="en-US" sz="3400" dirty="0"/>
          </a:p>
        </p:txBody>
      </p:sp>
      <p:sp>
        <p:nvSpPr>
          <p:cNvPr id="11" name="Text 9"/>
          <p:cNvSpPr/>
          <p:nvPr/>
        </p:nvSpPr>
        <p:spPr>
          <a:xfrm>
            <a:off x="548640" y="4114800"/>
            <a:ext cx="3383280" cy="640080"/>
          </a:xfrm>
          <a:prstGeom prst="rect">
            <a:avLst/>
          </a:prstGeom>
          <a:noFill/>
          <a:ln/>
        </p:spPr>
        <p:txBody>
          <a:bodyPr wrap="square" rtlCol="0" anchor="ctr"/>
          <a:lstStyle/>
          <a:p>
            <a:pPr marL="0" indent="0" algn="ctr" rtl="1">
              <a:buNone/>
            </a:pPr>
            <a:r>
              <a:rPr lang="en-US" b="1" dirty="0">
                <a:latin typeface="Arial" pitchFamily="34" charset="0"/>
                <a:ea typeface="Arial" pitchFamily="34" charset="-122"/>
                <a:cs typeface="Arial" pitchFamily="34" charset="-120"/>
              </a:rPr>
              <a:t>مستفيدين تم دعمهم علاجيًا خلال الفترة</a:t>
            </a:r>
            <a:endParaRPr lang="en-US" b="1" dirty="0"/>
          </a:p>
        </p:txBody>
      </p:sp>
      <p:sp>
        <p:nvSpPr>
          <p:cNvPr id="13" name="Text 10"/>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4"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9</a:t>
            </a:r>
            <a:endParaRPr lang="en-US" sz="900" dirty="0"/>
          </a:p>
        </p:txBody>
      </p:sp>
      <p:pic>
        <p:nvPicPr>
          <p:cNvPr id="15" name="Picture 16">
            <a:extLst>
              <a:ext uri="{FF2B5EF4-FFF2-40B4-BE49-F238E27FC236}">
                <a16:creationId xmlns:a16="http://schemas.microsoft.com/office/drawing/2014/main" id="{719717E6-9590-4223-9503-0612D4F0B289}"/>
              </a:ext>
            </a:extLst>
          </p:cNvPr>
          <p:cNvPicPr/>
          <p:nvPr/>
        </p:nvPicPr>
        <p:blipFill>
          <a:blip r:embed="rId3">
            <a:extLst>
              <a:ext uri="{28A0092B-C50C-407E-A947-70E740481C1C}">
                <a14:useLocalDpi xmlns:a14="http://schemas.microsoft.com/office/drawing/2010/main" val="0"/>
              </a:ext>
            </a:extLst>
          </a:blip>
          <a:stretch>
            <a:fillRect/>
          </a:stretch>
        </p:blipFill>
        <p:spPr>
          <a:xfrm>
            <a:off x="0" y="5485435"/>
            <a:ext cx="12192000" cy="1372565"/>
          </a:xfrm>
          <a:prstGeom prst="rect">
            <a:avLst/>
          </a:prstGeom>
        </p:spPr>
      </p:pic>
      <p:pic>
        <p:nvPicPr>
          <p:cNvPr id="16" name="صورة 15">
            <a:extLst>
              <a:ext uri="{FF2B5EF4-FFF2-40B4-BE49-F238E27FC236}">
                <a16:creationId xmlns:a16="http://schemas.microsoft.com/office/drawing/2014/main" id="{5E87BB43-57BA-4311-821E-1C3F44C65701}"/>
              </a:ext>
            </a:extLst>
          </p:cNvPr>
          <p:cNvPicPr>
            <a:picLocks noChangeAspect="1"/>
          </p:cNvPicPr>
          <p:nvPr/>
        </p:nvPicPr>
        <p:blipFill>
          <a:blip r:embed="rId4"/>
          <a:stretch>
            <a:fillRect/>
          </a:stretch>
        </p:blipFill>
        <p:spPr>
          <a:xfrm>
            <a:off x="4114800" y="1207652"/>
            <a:ext cx="7772400" cy="427778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ثانياً: البرامج والخدمات</a:t>
            </a:r>
            <a:endParaRPr lang="en-US" sz="1400" dirty="0"/>
          </a:p>
        </p:txBody>
      </p:sp>
      <p:sp>
        <p:nvSpPr>
          <p:cNvPr id="3" name="Text 1"/>
          <p:cNvSpPr/>
          <p:nvPr/>
        </p:nvSpPr>
        <p:spPr>
          <a:xfrm>
            <a:off x="1930631" y="292608"/>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المستفيدون والخدمات المقدمة</a:t>
            </a:r>
            <a:endParaRPr lang="en-US" sz="2800" dirty="0">
              <a:solidFill>
                <a:schemeClr val="bg1"/>
              </a:solidFill>
            </a:endParaRPr>
          </a:p>
        </p:txBody>
      </p:sp>
      <p:sp>
        <p:nvSpPr>
          <p:cNvPr id="4" name="Shape 2"/>
          <p:cNvSpPr/>
          <p:nvPr/>
        </p:nvSpPr>
        <p:spPr>
          <a:xfrm>
            <a:off x="548640" y="1371600"/>
            <a:ext cx="3520440" cy="146304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7" name="Shape 5"/>
          <p:cNvSpPr/>
          <p:nvPr/>
        </p:nvSpPr>
        <p:spPr>
          <a:xfrm>
            <a:off x="4343400" y="1371600"/>
            <a:ext cx="3520440" cy="146304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8" name="Text 6"/>
          <p:cNvSpPr/>
          <p:nvPr/>
        </p:nvSpPr>
        <p:spPr>
          <a:xfrm>
            <a:off x="4389120" y="1399515"/>
            <a:ext cx="3520440" cy="804672"/>
          </a:xfrm>
          <a:prstGeom prst="rect">
            <a:avLst/>
          </a:prstGeom>
          <a:noFill/>
          <a:ln/>
        </p:spPr>
        <p:txBody>
          <a:bodyPr wrap="square" rtlCol="0" anchor="ctr"/>
          <a:lstStyle/>
          <a:p>
            <a:pPr marL="0" indent="0" algn="ctr">
              <a:buNone/>
            </a:pPr>
            <a:r>
              <a:rPr lang="en-US" sz="3000" b="1" dirty="0">
                <a:latin typeface="Arial" pitchFamily="34" charset="0"/>
                <a:ea typeface="Arial" pitchFamily="34" charset="-122"/>
                <a:cs typeface="Arial" pitchFamily="34" charset="-120"/>
              </a:rPr>
              <a:t>7</a:t>
            </a:r>
            <a:endParaRPr lang="en-US" sz="3000" dirty="0"/>
          </a:p>
        </p:txBody>
      </p:sp>
      <p:sp>
        <p:nvSpPr>
          <p:cNvPr id="9" name="Text 7"/>
          <p:cNvSpPr/>
          <p:nvPr/>
        </p:nvSpPr>
        <p:spPr>
          <a:xfrm>
            <a:off x="4343400" y="2220163"/>
            <a:ext cx="3520440" cy="585216"/>
          </a:xfrm>
          <a:prstGeom prst="rect">
            <a:avLst/>
          </a:prstGeom>
          <a:noFill/>
          <a:ln/>
        </p:spPr>
        <p:txBody>
          <a:bodyPr wrap="square" rtlCol="0" anchor="ctr"/>
          <a:lstStyle/>
          <a:p>
            <a:pPr marL="0" indent="0" algn="ctr" rtl="1">
              <a:buNone/>
            </a:pPr>
            <a:r>
              <a:rPr lang="en-US" b="1" dirty="0">
                <a:latin typeface="Arial" pitchFamily="34" charset="0"/>
                <a:ea typeface="Arial" pitchFamily="34" charset="-122"/>
                <a:cs typeface="Arial" pitchFamily="34" charset="-120"/>
              </a:rPr>
              <a:t>مستفيدين تم دعمهم</a:t>
            </a:r>
            <a:endParaRPr lang="en-US" b="1" dirty="0"/>
          </a:p>
        </p:txBody>
      </p:sp>
      <p:sp>
        <p:nvSpPr>
          <p:cNvPr id="10" name="Shape 8"/>
          <p:cNvSpPr/>
          <p:nvPr/>
        </p:nvSpPr>
        <p:spPr>
          <a:xfrm>
            <a:off x="8138160" y="1371600"/>
            <a:ext cx="3520440" cy="1463040"/>
          </a:xfrm>
          <a:prstGeom prst="flowChartPreparation">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1" name="Text 9"/>
          <p:cNvSpPr/>
          <p:nvPr/>
        </p:nvSpPr>
        <p:spPr>
          <a:xfrm>
            <a:off x="640080" y="1466697"/>
            <a:ext cx="3520440" cy="804672"/>
          </a:xfrm>
          <a:prstGeom prst="rect">
            <a:avLst/>
          </a:prstGeom>
          <a:noFill/>
          <a:ln/>
        </p:spPr>
        <p:txBody>
          <a:bodyPr wrap="square" rtlCol="0" anchor="ctr"/>
          <a:lstStyle/>
          <a:p>
            <a:pPr marL="0" indent="0" algn="ctr">
              <a:buNone/>
            </a:pPr>
            <a:r>
              <a:rPr lang="en-US" sz="3000" b="1" dirty="0">
                <a:latin typeface="Arial" pitchFamily="34" charset="0"/>
                <a:ea typeface="Arial" pitchFamily="34" charset="-122"/>
                <a:cs typeface="Arial" pitchFamily="34" charset="-120"/>
              </a:rPr>
              <a:t>33.3%</a:t>
            </a:r>
            <a:endParaRPr lang="en-US" sz="3000" dirty="0"/>
          </a:p>
        </p:txBody>
      </p:sp>
      <p:sp>
        <p:nvSpPr>
          <p:cNvPr id="12" name="Text 10"/>
          <p:cNvSpPr/>
          <p:nvPr/>
        </p:nvSpPr>
        <p:spPr>
          <a:xfrm>
            <a:off x="594360" y="2236622"/>
            <a:ext cx="3520440" cy="585216"/>
          </a:xfrm>
          <a:prstGeom prst="rect">
            <a:avLst/>
          </a:prstGeom>
          <a:noFill/>
          <a:ln/>
        </p:spPr>
        <p:txBody>
          <a:bodyPr wrap="square" rtlCol="0" anchor="ctr"/>
          <a:lstStyle/>
          <a:p>
            <a:pPr marL="0" indent="0" algn="ctr" rtl="1">
              <a:buNone/>
            </a:pPr>
            <a:r>
              <a:rPr lang="en-US" sz="1500" b="1" dirty="0" err="1">
                <a:latin typeface="Arial" pitchFamily="34" charset="0"/>
                <a:ea typeface="Arial" pitchFamily="34" charset="-122"/>
                <a:cs typeface="Arial" pitchFamily="34" charset="-120"/>
              </a:rPr>
              <a:t>نسبة</a:t>
            </a:r>
            <a:r>
              <a:rPr lang="en-US" sz="1500" b="1" dirty="0">
                <a:latin typeface="Arial" pitchFamily="34" charset="0"/>
                <a:ea typeface="Arial" pitchFamily="34" charset="-122"/>
                <a:cs typeface="Arial" pitchFamily="34" charset="-120"/>
              </a:rPr>
              <a:t> </a:t>
            </a:r>
            <a:r>
              <a:rPr lang="ar-SA" sz="1500" b="1" dirty="0">
                <a:latin typeface="Arial" pitchFamily="34" charset="0"/>
                <a:ea typeface="Arial" pitchFamily="34" charset="-122"/>
                <a:cs typeface="Arial" pitchFamily="34" charset="-120"/>
              </a:rPr>
              <a:t>دعم</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المستفيدين</a:t>
            </a:r>
            <a:r>
              <a:rPr lang="en-US" sz="1500" b="1" dirty="0">
                <a:latin typeface="Arial" pitchFamily="34" charset="0"/>
                <a:ea typeface="Arial" pitchFamily="34" charset="-122"/>
                <a:cs typeface="Arial" pitchFamily="34" charset="-120"/>
              </a:rPr>
              <a:t> </a:t>
            </a:r>
            <a:endParaRPr lang="en-US" sz="1500" b="1" dirty="0"/>
          </a:p>
        </p:txBody>
      </p:sp>
      <p:sp>
        <p:nvSpPr>
          <p:cNvPr id="13" name="Text 11"/>
          <p:cNvSpPr/>
          <p:nvPr/>
        </p:nvSpPr>
        <p:spPr>
          <a:xfrm>
            <a:off x="548640" y="3108960"/>
            <a:ext cx="11064240" cy="365760"/>
          </a:xfrm>
          <a:prstGeom prst="rect">
            <a:avLst/>
          </a:prstGeom>
          <a:noFill/>
          <a:ln/>
        </p:spPr>
        <p:txBody>
          <a:bodyPr wrap="square" rtlCol="0" anchor="ctr"/>
          <a:lstStyle/>
          <a:p>
            <a:pPr marL="0" indent="0" algn="r" rtl="1">
              <a:buNone/>
            </a:pPr>
            <a:r>
              <a:rPr lang="en-US" sz="1600" b="1" dirty="0">
                <a:latin typeface="Arial" pitchFamily="34" charset="0"/>
                <a:ea typeface="Arial" pitchFamily="34" charset="-122"/>
                <a:cs typeface="Arial" pitchFamily="34" charset="-120"/>
              </a:rPr>
              <a:t>أسباب انخفاض عدد الحالات المدعومة</a:t>
            </a:r>
            <a:endParaRPr lang="en-US" sz="1600" dirty="0"/>
          </a:p>
        </p:txBody>
      </p:sp>
      <p:sp>
        <p:nvSpPr>
          <p:cNvPr id="14" name="Shape 12"/>
          <p:cNvSpPr/>
          <p:nvPr/>
        </p:nvSpPr>
        <p:spPr>
          <a:xfrm>
            <a:off x="548640" y="3611880"/>
            <a:ext cx="11064240" cy="502920"/>
          </a:xfrm>
          <a:prstGeom prst="flowChart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5" name="Text 13"/>
          <p:cNvSpPr/>
          <p:nvPr/>
        </p:nvSpPr>
        <p:spPr>
          <a:xfrm>
            <a:off x="822960" y="3611880"/>
            <a:ext cx="10515600" cy="502920"/>
          </a:xfrm>
          <a:prstGeom prst="rect">
            <a:avLst/>
          </a:prstGeom>
          <a:noFill/>
          <a:ln/>
        </p:spPr>
        <p:txBody>
          <a:bodyPr wrap="square" rtlCol="0" anchor="ctr"/>
          <a:lstStyle/>
          <a:p>
            <a:pPr marL="0" indent="0" algn="r" rtl="1">
              <a:buNone/>
            </a:pPr>
            <a:r>
              <a:rPr lang="en-US" b="1" dirty="0">
                <a:latin typeface="Arial" pitchFamily="34" charset="0"/>
                <a:ea typeface="Arial" pitchFamily="34" charset="-122"/>
                <a:cs typeface="Arial" pitchFamily="34" charset="-120"/>
              </a:rPr>
              <a:t>انتهاء صلاحية الهوية الوطنية أو الإقامة</a:t>
            </a:r>
            <a:endParaRPr lang="en-US" b="1" dirty="0"/>
          </a:p>
        </p:txBody>
      </p:sp>
      <p:sp>
        <p:nvSpPr>
          <p:cNvPr id="16" name="Shape 14"/>
          <p:cNvSpPr/>
          <p:nvPr/>
        </p:nvSpPr>
        <p:spPr>
          <a:xfrm>
            <a:off x="548640" y="4206240"/>
            <a:ext cx="11064240" cy="502920"/>
          </a:xfrm>
          <a:prstGeom prst="roundRect">
            <a:avLst>
              <a:gd name="adj" fmla="val 10909"/>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7" name="Text 15"/>
          <p:cNvSpPr/>
          <p:nvPr/>
        </p:nvSpPr>
        <p:spPr>
          <a:xfrm>
            <a:off x="822960" y="4206240"/>
            <a:ext cx="10515600" cy="502920"/>
          </a:xfrm>
          <a:prstGeom prst="rect">
            <a:avLst/>
          </a:prstGeom>
          <a:noFill/>
          <a:ln/>
        </p:spPr>
        <p:txBody>
          <a:bodyPr wrap="square" rtlCol="0" anchor="ctr"/>
          <a:lstStyle/>
          <a:p>
            <a:pPr marL="0" indent="0" algn="r" rtl="1">
              <a:buNone/>
            </a:pPr>
            <a:r>
              <a:rPr lang="ar-SA" b="1" dirty="0"/>
              <a:t>بسبب اختلاف التقرير الطبي او تاريخ التقرير مضى علية اكثر من 3 اشهر </a:t>
            </a:r>
            <a:endParaRPr lang="en-US" b="1" dirty="0"/>
          </a:p>
        </p:txBody>
      </p:sp>
      <p:sp>
        <p:nvSpPr>
          <p:cNvPr id="18" name="Shape 16"/>
          <p:cNvSpPr/>
          <p:nvPr/>
        </p:nvSpPr>
        <p:spPr>
          <a:xfrm>
            <a:off x="548640" y="4800600"/>
            <a:ext cx="11064240" cy="502920"/>
          </a:xfrm>
          <a:prstGeom prst="roundRect">
            <a:avLst>
              <a:gd name="adj" fmla="val 10909"/>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9" name="Text 17"/>
          <p:cNvSpPr/>
          <p:nvPr/>
        </p:nvSpPr>
        <p:spPr>
          <a:xfrm>
            <a:off x="822960" y="4800600"/>
            <a:ext cx="10515600" cy="502920"/>
          </a:xfrm>
          <a:prstGeom prst="rect">
            <a:avLst/>
          </a:prstGeom>
          <a:noFill/>
          <a:ln/>
        </p:spPr>
        <p:txBody>
          <a:bodyPr wrap="square" rtlCol="0" anchor="ctr"/>
          <a:lstStyle/>
          <a:p>
            <a:pPr marL="0" indent="0" algn="r" rtl="1">
              <a:buNone/>
            </a:pPr>
            <a:r>
              <a:rPr lang="en-US" b="1" dirty="0">
                <a:latin typeface="Arial" pitchFamily="34" charset="0"/>
                <a:ea typeface="Arial" pitchFamily="34" charset="-122"/>
                <a:cs typeface="Arial" pitchFamily="34" charset="-120"/>
              </a:rPr>
              <a:t>وجود تأمين طبي سابق للمستفيد مع رفض الحالة من جهة التأمين</a:t>
            </a:r>
            <a:endParaRPr lang="en-US" b="1" dirty="0"/>
          </a:p>
        </p:txBody>
      </p:sp>
      <p:sp>
        <p:nvSpPr>
          <p:cNvPr id="20" name="Text 18"/>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10</a:t>
            </a:r>
            <a:endParaRPr lang="en-US" sz="900" dirty="0"/>
          </a:p>
        </p:txBody>
      </p:sp>
      <p:pic>
        <p:nvPicPr>
          <p:cNvPr id="22" name="Picture 16">
            <a:extLst>
              <a:ext uri="{FF2B5EF4-FFF2-40B4-BE49-F238E27FC236}">
                <a16:creationId xmlns:a16="http://schemas.microsoft.com/office/drawing/2014/main" id="{D2487B43-6D97-49E3-892F-4DD184E55521}"/>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
        <p:nvSpPr>
          <p:cNvPr id="23" name="مربع نص 22">
            <a:extLst>
              <a:ext uri="{FF2B5EF4-FFF2-40B4-BE49-F238E27FC236}">
                <a16:creationId xmlns:a16="http://schemas.microsoft.com/office/drawing/2014/main" id="{E0E2F4FA-0417-4B9E-B447-C6D6153CA07A}"/>
              </a:ext>
            </a:extLst>
          </p:cNvPr>
          <p:cNvSpPr txBox="1"/>
          <p:nvPr/>
        </p:nvSpPr>
        <p:spPr>
          <a:xfrm>
            <a:off x="8839200" y="1538889"/>
            <a:ext cx="2276475" cy="1107996"/>
          </a:xfrm>
          <a:prstGeom prst="rect">
            <a:avLst/>
          </a:prstGeom>
          <a:noFill/>
        </p:spPr>
        <p:txBody>
          <a:bodyPr wrap="square" rtlCol="1">
            <a:spAutoFit/>
          </a:bodyPr>
          <a:lstStyle/>
          <a:p>
            <a:pPr algn="ctr"/>
            <a:r>
              <a:rPr lang="en-US" sz="3000" b="1" dirty="0"/>
              <a:t>21</a:t>
            </a:r>
          </a:p>
          <a:p>
            <a:pPr algn="ctr"/>
            <a:r>
              <a:rPr lang="en-US" dirty="0"/>
              <a:t> </a:t>
            </a:r>
          </a:p>
          <a:p>
            <a:pPr algn="ctr"/>
            <a:r>
              <a:rPr lang="ar-SA" b="1" dirty="0"/>
              <a:t>إجمالي المتقدمين</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A1DB2E3-DEA6-4E8A-AA3B-48D85FB28510}"/>
              </a:ext>
            </a:extLst>
          </p:cNvPr>
          <p:cNvSpPr/>
          <p:nvPr/>
        </p:nvSpPr>
        <p:spPr>
          <a:xfrm>
            <a:off x="8503920" y="20116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ثانياً: البرامج والخدمات</a:t>
            </a:r>
            <a:endParaRPr lang="en-US" sz="1400" dirty="0"/>
          </a:p>
        </p:txBody>
      </p:sp>
      <p:sp>
        <p:nvSpPr>
          <p:cNvPr id="3" name="Text 1">
            <a:extLst>
              <a:ext uri="{FF2B5EF4-FFF2-40B4-BE49-F238E27FC236}">
                <a16:creationId xmlns:a16="http://schemas.microsoft.com/office/drawing/2014/main" id="{0142BCE3-14DB-482C-88DD-F61BF2C03656}"/>
              </a:ext>
            </a:extLst>
          </p:cNvPr>
          <p:cNvSpPr/>
          <p:nvPr/>
        </p:nvSpPr>
        <p:spPr>
          <a:xfrm>
            <a:off x="1930631" y="109728"/>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المستفيدون والخدمات المقدمة</a:t>
            </a:r>
            <a:endParaRPr lang="en-US" sz="2800" dirty="0">
              <a:solidFill>
                <a:schemeClr val="bg1"/>
              </a:solidFill>
            </a:endParaRPr>
          </a:p>
        </p:txBody>
      </p:sp>
      <p:graphicFrame>
        <p:nvGraphicFramePr>
          <p:cNvPr id="4" name="جدول 4">
            <a:extLst>
              <a:ext uri="{FF2B5EF4-FFF2-40B4-BE49-F238E27FC236}">
                <a16:creationId xmlns:a16="http://schemas.microsoft.com/office/drawing/2014/main" id="{CE5EFEAE-284F-4494-A9A4-8AAA2FD82D3A}"/>
              </a:ext>
            </a:extLst>
          </p:cNvPr>
          <p:cNvGraphicFramePr>
            <a:graphicFrameLocks noGrp="1"/>
          </p:cNvGraphicFramePr>
          <p:nvPr>
            <p:extLst>
              <p:ext uri="{D42A27DB-BD31-4B8C-83A1-F6EECF244321}">
                <p14:modId xmlns:p14="http://schemas.microsoft.com/office/powerpoint/2010/main" val="3283077314"/>
              </p:ext>
            </p:extLst>
          </p:nvPr>
        </p:nvGraphicFramePr>
        <p:xfrm>
          <a:off x="507932" y="883412"/>
          <a:ext cx="10668068" cy="5723066"/>
        </p:xfrm>
        <a:graphic>
          <a:graphicData uri="http://schemas.openxmlformats.org/drawingml/2006/table">
            <a:tbl>
              <a:tblPr rtl="1" firstRow="1" bandRow="1">
                <a:tableStyleId>{616DA210-FB5B-4158-B5E0-FEB733F419BA}</a:tableStyleId>
              </a:tblPr>
              <a:tblGrid>
                <a:gridCol w="2673368">
                  <a:extLst>
                    <a:ext uri="{9D8B030D-6E8A-4147-A177-3AD203B41FA5}">
                      <a16:colId xmlns:a16="http://schemas.microsoft.com/office/drawing/2014/main" val="851239505"/>
                    </a:ext>
                  </a:extLst>
                </a:gridCol>
                <a:gridCol w="2664900">
                  <a:extLst>
                    <a:ext uri="{9D8B030D-6E8A-4147-A177-3AD203B41FA5}">
                      <a16:colId xmlns:a16="http://schemas.microsoft.com/office/drawing/2014/main" val="3682650142"/>
                    </a:ext>
                  </a:extLst>
                </a:gridCol>
                <a:gridCol w="2664900">
                  <a:extLst>
                    <a:ext uri="{9D8B030D-6E8A-4147-A177-3AD203B41FA5}">
                      <a16:colId xmlns:a16="http://schemas.microsoft.com/office/drawing/2014/main" val="911859440"/>
                    </a:ext>
                  </a:extLst>
                </a:gridCol>
                <a:gridCol w="2664900">
                  <a:extLst>
                    <a:ext uri="{9D8B030D-6E8A-4147-A177-3AD203B41FA5}">
                      <a16:colId xmlns:a16="http://schemas.microsoft.com/office/drawing/2014/main" val="214852221"/>
                    </a:ext>
                  </a:extLst>
                </a:gridCol>
              </a:tblGrid>
              <a:tr h="346933">
                <a:tc>
                  <a:txBody>
                    <a:bodyPr/>
                    <a:lstStyle/>
                    <a:p>
                      <a:pPr algn="ctr" rtl="1"/>
                      <a:r>
                        <a:rPr lang="ar-SA" sz="1800" b="1" dirty="0">
                          <a:solidFill>
                            <a:schemeClr val="bg1"/>
                          </a:solidFill>
                        </a:rPr>
                        <a:t>الاسم:</a:t>
                      </a:r>
                    </a:p>
                  </a:txBody>
                  <a:tcPr>
                    <a:solidFill>
                      <a:srgbClr val="952D43"/>
                    </a:solidFill>
                  </a:tcPr>
                </a:tc>
                <a:tc>
                  <a:txBody>
                    <a:bodyPr/>
                    <a:lstStyle/>
                    <a:p>
                      <a:pPr algn="ctr" rtl="1"/>
                      <a:r>
                        <a:rPr lang="ar-SA" sz="1800" b="1" dirty="0">
                          <a:solidFill>
                            <a:schemeClr val="bg1"/>
                          </a:solidFill>
                        </a:rPr>
                        <a:t>نوع الحالة:</a:t>
                      </a:r>
                    </a:p>
                  </a:txBody>
                  <a:tcPr>
                    <a:solidFill>
                      <a:srgbClr val="952D43"/>
                    </a:solidFill>
                  </a:tcPr>
                </a:tc>
                <a:tc>
                  <a:txBody>
                    <a:bodyPr/>
                    <a:lstStyle/>
                    <a:p>
                      <a:pPr algn="ctr" rtl="1"/>
                      <a:r>
                        <a:rPr lang="ar-SA" sz="1800" b="1" dirty="0">
                          <a:solidFill>
                            <a:schemeClr val="bg1"/>
                          </a:solidFill>
                        </a:rPr>
                        <a:t>الجهة العلاجية:</a:t>
                      </a:r>
                    </a:p>
                  </a:txBody>
                  <a:tcPr>
                    <a:solidFill>
                      <a:srgbClr val="952D43"/>
                    </a:solidFill>
                  </a:tcPr>
                </a:tc>
                <a:tc>
                  <a:txBody>
                    <a:bodyPr/>
                    <a:lstStyle/>
                    <a:p>
                      <a:pPr algn="ctr" rtl="1"/>
                      <a:r>
                        <a:rPr lang="ar-SA" sz="1800" b="1" dirty="0">
                          <a:solidFill>
                            <a:schemeClr val="bg1"/>
                          </a:solidFill>
                        </a:rPr>
                        <a:t>سبب الرفض:</a:t>
                      </a:r>
                    </a:p>
                  </a:txBody>
                  <a:tcPr>
                    <a:solidFill>
                      <a:srgbClr val="952D43"/>
                    </a:solidFill>
                  </a:tcPr>
                </a:tc>
                <a:extLst>
                  <a:ext uri="{0D108BD9-81ED-4DB2-BD59-A6C34878D82A}">
                    <a16:rowId xmlns:a16="http://schemas.microsoft.com/office/drawing/2014/main" val="3067034821"/>
                  </a:ext>
                </a:extLst>
              </a:tr>
              <a:tr h="484756">
                <a:tc>
                  <a:txBody>
                    <a:bodyPr/>
                    <a:lstStyle/>
                    <a:p>
                      <a:pPr algn="ctr" rtl="1"/>
                      <a:r>
                        <a:rPr lang="ar-SA" sz="1400" b="1" dirty="0" err="1"/>
                        <a:t>هديباء</a:t>
                      </a:r>
                      <a:r>
                        <a:rPr lang="ar-SA" sz="1400" b="1" dirty="0"/>
                        <a:t> عواده الجهني</a:t>
                      </a:r>
                    </a:p>
                  </a:txBody>
                  <a:tcPr>
                    <a:cell3D prstMaterial="dkEdge">
                      <a:bevel/>
                      <a:lightRig rig="flood" dir="t"/>
                    </a:cell3D>
                    <a:solidFill>
                      <a:schemeClr val="bg1">
                        <a:lumMod val="95000"/>
                      </a:schemeClr>
                    </a:solidFill>
                  </a:tcPr>
                </a:tc>
                <a:tc>
                  <a:txBody>
                    <a:bodyPr/>
                    <a:lstStyle/>
                    <a:p>
                      <a:pPr algn="ctr" rtl="1"/>
                      <a:r>
                        <a:rPr lang="ar-SA" sz="1400" b="1" dirty="0"/>
                        <a:t>مياه بيضاء في العين</a:t>
                      </a:r>
                    </a:p>
                  </a:txBody>
                  <a:tcPr>
                    <a:cell3D prstMaterial="dkEdge">
                      <a:bevel/>
                      <a:lightRig rig="flood" dir="t"/>
                    </a:cell3D>
                    <a:solidFill>
                      <a:schemeClr val="bg1">
                        <a:lumMod val="95000"/>
                      </a:schemeClr>
                    </a:solidFill>
                  </a:tcPr>
                </a:tc>
                <a:tc>
                  <a:txBody>
                    <a:bodyPr/>
                    <a:lstStyle/>
                    <a:p>
                      <a:pPr algn="ctr" rtl="1"/>
                      <a:r>
                        <a:rPr lang="ar-SA" sz="1400" b="1" dirty="0"/>
                        <a:t>مستشفى الدكتور حامد الاحمدي</a:t>
                      </a:r>
                    </a:p>
                  </a:txBody>
                  <a:tcPr>
                    <a:cell3D prstMaterial="dkEdge">
                      <a:bevel/>
                      <a:lightRig rig="flood" dir="t"/>
                    </a:cell3D>
                    <a:solidFill>
                      <a:schemeClr val="bg1">
                        <a:lumMod val="95000"/>
                      </a:schemeClr>
                    </a:solidFill>
                  </a:tcPr>
                </a:tc>
                <a:tc>
                  <a:txBody>
                    <a:bodyPr/>
                    <a:lstStyle/>
                    <a:p>
                      <a:pPr algn="ctr" rtl="1"/>
                      <a:r>
                        <a:rPr lang="ar-SA" sz="1400" b="1" dirty="0"/>
                        <a:t>تم دعم المستفيدة من قبل جمعية أخرى بكامل المبلغ</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648938191"/>
                  </a:ext>
                </a:extLst>
              </a:tr>
              <a:tr h="346933">
                <a:tc>
                  <a:txBody>
                    <a:bodyPr/>
                    <a:lstStyle/>
                    <a:p>
                      <a:pPr algn="ctr" rtl="1"/>
                      <a:r>
                        <a:rPr lang="ar-SA" sz="1400" b="1" dirty="0"/>
                        <a:t>بسمة هارون صالح</a:t>
                      </a:r>
                    </a:p>
                  </a:txBody>
                  <a:tcPr>
                    <a:cell3D prstMaterial="dkEdge">
                      <a:bevel/>
                      <a:lightRig rig="flood" dir="t"/>
                    </a:cell3D>
                    <a:solidFill>
                      <a:schemeClr val="bg1">
                        <a:lumMod val="95000"/>
                      </a:schemeClr>
                    </a:solidFill>
                  </a:tcPr>
                </a:tc>
                <a:tc>
                  <a:txBody>
                    <a:bodyPr/>
                    <a:lstStyle/>
                    <a:p>
                      <a:pPr algn="ctr" rtl="1"/>
                      <a:r>
                        <a:rPr lang="ar-SA" sz="1400" b="1" dirty="0"/>
                        <a:t>ورم في الغدة الدرقية</a:t>
                      </a:r>
                    </a:p>
                  </a:txBody>
                  <a:tcPr>
                    <a:cell3D prstMaterial="dkEdge">
                      <a:bevel/>
                      <a:lightRig rig="flood" dir="t"/>
                    </a:cell3D>
                    <a:solidFill>
                      <a:schemeClr val="bg1">
                        <a:lumMod val="95000"/>
                      </a:schemeClr>
                    </a:solidFill>
                  </a:tcPr>
                </a:tc>
                <a:tc>
                  <a:txBody>
                    <a:bodyPr/>
                    <a:lstStyle/>
                    <a:p>
                      <a:pPr algn="ctr" rtl="1"/>
                      <a:r>
                        <a:rPr lang="ar-SA" sz="1400" b="1" dirty="0"/>
                        <a:t>مستشفى المدينة الطبي العام</a:t>
                      </a:r>
                    </a:p>
                  </a:txBody>
                  <a:tcPr>
                    <a:cell3D prstMaterial="dkEdge">
                      <a:bevel/>
                      <a:lightRig rig="flood" dir="t"/>
                    </a:cell3D>
                    <a:solidFill>
                      <a:schemeClr val="bg1">
                        <a:lumMod val="95000"/>
                      </a:schemeClr>
                    </a:solidFill>
                  </a:tcPr>
                </a:tc>
                <a:tc>
                  <a:txBody>
                    <a:bodyPr/>
                    <a:lstStyle/>
                    <a:p>
                      <a:pPr algn="ctr" rtl="1"/>
                      <a:r>
                        <a:rPr lang="ar-SA" sz="1400" b="1" dirty="0"/>
                        <a:t>انتهاء صلاحية الإقامة</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3493052175"/>
                  </a:ext>
                </a:extLst>
              </a:tr>
              <a:tr h="346933">
                <a:tc>
                  <a:txBody>
                    <a:bodyPr/>
                    <a:lstStyle/>
                    <a:p>
                      <a:pPr algn="ctr" rtl="1"/>
                      <a:r>
                        <a:rPr lang="ar-SA" sz="1400" b="1" dirty="0"/>
                        <a:t>فؤاد لطف محمد</a:t>
                      </a:r>
                    </a:p>
                  </a:txBody>
                  <a:tcPr>
                    <a:cell3D prstMaterial="dkEdge">
                      <a:bevel/>
                      <a:lightRig rig="flood" dir="t"/>
                    </a:cell3D>
                    <a:solidFill>
                      <a:schemeClr val="bg1">
                        <a:lumMod val="95000"/>
                      </a:schemeClr>
                    </a:solidFill>
                  </a:tcPr>
                </a:tc>
                <a:tc>
                  <a:txBody>
                    <a:bodyPr/>
                    <a:lstStyle/>
                    <a:p>
                      <a:pPr algn="ctr" rtl="1"/>
                      <a:r>
                        <a:rPr lang="ar-SA" sz="1400" b="1" dirty="0" err="1"/>
                        <a:t>ميلوما</a:t>
                      </a:r>
                      <a:r>
                        <a:rPr lang="ar-SA" sz="1400" b="1" dirty="0"/>
                        <a:t> متعددة في العظام</a:t>
                      </a:r>
                    </a:p>
                  </a:txBody>
                  <a:tcPr>
                    <a:cell3D prstMaterial="dkEdge">
                      <a:bevel/>
                      <a:lightRig rig="flood" dir="t"/>
                    </a:cell3D>
                    <a:solidFill>
                      <a:schemeClr val="bg1">
                        <a:lumMod val="95000"/>
                      </a:schemeClr>
                    </a:solidFill>
                  </a:tcPr>
                </a:tc>
                <a:tc>
                  <a:txBody>
                    <a:bodyPr/>
                    <a:lstStyle/>
                    <a:p>
                      <a:pPr algn="ctr" rtl="1"/>
                      <a:r>
                        <a:rPr lang="ar-SA" sz="1400" b="1" dirty="0"/>
                        <a:t>مستشفى السعودي الألماني </a:t>
                      </a:r>
                    </a:p>
                  </a:txBody>
                  <a:tcPr>
                    <a:cell3D prstMaterial="dkEdge">
                      <a:bevel/>
                      <a:lightRig rig="flood" dir="t"/>
                    </a:cell3D>
                    <a:solidFill>
                      <a:schemeClr val="bg1">
                        <a:lumMod val="95000"/>
                      </a:schemeClr>
                    </a:solidFill>
                  </a:tcPr>
                </a:tc>
                <a:tc>
                  <a:txBody>
                    <a:bodyPr/>
                    <a:lstStyle/>
                    <a:p>
                      <a:pPr algn="ctr" rtl="1"/>
                      <a:r>
                        <a:rPr lang="ar-SA" sz="1400" b="1" dirty="0"/>
                        <a:t>المستفيد لديه تامين طبي سابق</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1341961179"/>
                  </a:ext>
                </a:extLst>
              </a:tr>
              <a:tr h="484756">
                <a:tc>
                  <a:txBody>
                    <a:bodyPr/>
                    <a:lstStyle/>
                    <a:p>
                      <a:pPr algn="ctr" rtl="1"/>
                      <a:r>
                        <a:rPr lang="ar-SA" sz="1400" b="1" dirty="0"/>
                        <a:t>سيد محمد الامين</a:t>
                      </a:r>
                    </a:p>
                  </a:txBody>
                  <a:tcPr>
                    <a:cell3D prstMaterial="dkEdge">
                      <a:bevel/>
                      <a:lightRig rig="flood" dir="t"/>
                    </a:cell3D>
                    <a:solidFill>
                      <a:schemeClr val="bg1">
                        <a:lumMod val="95000"/>
                      </a:schemeClr>
                    </a:solidFill>
                  </a:tcPr>
                </a:tc>
                <a:tc>
                  <a:txBody>
                    <a:bodyPr/>
                    <a:lstStyle/>
                    <a:p>
                      <a:pPr algn="ctr" rtl="1"/>
                      <a:r>
                        <a:rPr lang="ar-SA" sz="1400" b="1" dirty="0"/>
                        <a:t>مراره و فتق سري </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الدكتور حامد الاحمدي</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3455189203"/>
                  </a:ext>
                </a:extLst>
              </a:tr>
              <a:tr h="484756">
                <a:tc>
                  <a:txBody>
                    <a:bodyPr/>
                    <a:lstStyle/>
                    <a:p>
                      <a:pPr algn="ctr" rtl="1"/>
                      <a:r>
                        <a:rPr lang="ar-SA" sz="1400" b="1" dirty="0"/>
                        <a:t>ريم فواز زاده</a:t>
                      </a:r>
                    </a:p>
                  </a:txBody>
                  <a:tcPr>
                    <a:cell3D prstMaterial="dkEdge">
                      <a:bevel/>
                      <a:lightRig rig="flood" dir="t"/>
                    </a:cell3D>
                    <a:solidFill>
                      <a:schemeClr val="bg1">
                        <a:lumMod val="95000"/>
                      </a:schemeClr>
                    </a:solidFill>
                  </a:tcPr>
                </a:tc>
                <a:tc>
                  <a:txBody>
                    <a:bodyPr/>
                    <a:lstStyle/>
                    <a:p>
                      <a:pPr algn="ctr" rtl="1"/>
                      <a:r>
                        <a:rPr lang="ar-SA" sz="1400" b="1" dirty="0"/>
                        <a:t>ورم ليفي على المبيض</a:t>
                      </a:r>
                    </a:p>
                  </a:txBody>
                  <a:tcPr>
                    <a:cell3D prstMaterial="dkEdge">
                      <a:bevel/>
                      <a:lightRig rig="flood" dir="t"/>
                    </a:cell3D>
                    <a:solidFill>
                      <a:schemeClr val="bg1">
                        <a:lumMod val="95000"/>
                      </a:schemeClr>
                    </a:solidFill>
                  </a:tcPr>
                </a:tc>
                <a:tc>
                  <a:txBody>
                    <a:bodyPr/>
                    <a:lstStyle/>
                    <a:p>
                      <a:pPr algn="ctr" rtl="1"/>
                      <a:r>
                        <a:rPr lang="ar-SA" sz="1400" b="1" dirty="0"/>
                        <a:t>مستشفى المواساة</a:t>
                      </a:r>
                    </a:p>
                  </a:txBody>
                  <a:tcPr>
                    <a:cell3D prstMaterial="dkEdge">
                      <a:bevel/>
                      <a:lightRig rig="flood" dir="t"/>
                    </a:cell3D>
                    <a:solidFill>
                      <a:schemeClr val="bg1">
                        <a:lumMod val="95000"/>
                      </a:schemeClr>
                    </a:solidFill>
                  </a:tcPr>
                </a:tc>
                <a:tc>
                  <a:txBody>
                    <a:bodyPr/>
                    <a:lstStyle/>
                    <a:p>
                      <a:pPr algn="ctr" rtl="1"/>
                      <a:r>
                        <a:rPr lang="ar-SA" sz="1400" b="1" dirty="0"/>
                        <a:t>التقرير الطبي لا يوافق التشخيص تم رفض الحالة</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2148099520"/>
                  </a:ext>
                </a:extLst>
              </a:tr>
              <a:tr h="484756">
                <a:tc>
                  <a:txBody>
                    <a:bodyPr/>
                    <a:lstStyle/>
                    <a:p>
                      <a:pPr algn="ctr" rtl="1"/>
                      <a:r>
                        <a:rPr lang="ar-SA" sz="1400" b="1" dirty="0"/>
                        <a:t>مزاهر عبدالله الهادي </a:t>
                      </a:r>
                    </a:p>
                  </a:txBody>
                  <a:tcPr>
                    <a:cell3D prstMaterial="dkEdge">
                      <a:bevel/>
                      <a:lightRig rig="flood" dir="t"/>
                    </a:cell3D>
                    <a:solidFill>
                      <a:schemeClr val="bg1">
                        <a:lumMod val="95000"/>
                      </a:schemeClr>
                    </a:solidFill>
                  </a:tcPr>
                </a:tc>
                <a:tc>
                  <a:txBody>
                    <a:bodyPr/>
                    <a:lstStyle/>
                    <a:p>
                      <a:pPr algn="ctr" rtl="1"/>
                      <a:r>
                        <a:rPr lang="ar-SA" sz="1400" b="1" dirty="0"/>
                        <a:t>تعاني من ضعف بالنظر </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الدكتور حامد الاحمدي</a:t>
                      </a:r>
                    </a:p>
                    <a:p>
                      <a:pPr algn="ctr" rtl="1"/>
                      <a:endParaRPr lang="ar-SA" sz="1400" b="1" dirty="0"/>
                    </a:p>
                  </a:txBody>
                  <a:tcPr>
                    <a:cell3D prstMaterial="dkEdge">
                      <a:bevel/>
                      <a:lightRig rig="flood" dir="t"/>
                    </a:cell3D>
                    <a:solidFill>
                      <a:schemeClr val="bg1">
                        <a:lumMod val="95000"/>
                      </a:schemeClr>
                    </a:solidFill>
                  </a:tcPr>
                </a:tc>
                <a:tc>
                  <a:txBody>
                    <a:bodyPr/>
                    <a:lstStyle/>
                    <a:p>
                      <a:pPr algn="ctr" rtl="1"/>
                      <a:r>
                        <a:rPr lang="ar-SA" sz="1400" b="1" dirty="0"/>
                        <a:t>تم قبول الحالة و لم يتم استلام التعميد من قبل المستفيدة </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3731441671"/>
                  </a:ext>
                </a:extLst>
              </a:tr>
              <a:tr h="484756">
                <a:tc>
                  <a:txBody>
                    <a:bodyPr/>
                    <a:lstStyle/>
                    <a:p>
                      <a:pPr algn="ctr" rtl="1"/>
                      <a:r>
                        <a:rPr lang="ar-SA" sz="1400" b="1" dirty="0"/>
                        <a:t>فريدة عظيم </a:t>
                      </a:r>
                    </a:p>
                  </a:txBody>
                  <a:tcPr>
                    <a:cell3D prstMaterial="dkEdge">
                      <a:bevel/>
                      <a:lightRig rig="flood" dir="t"/>
                    </a:cell3D>
                    <a:solidFill>
                      <a:schemeClr val="bg1">
                        <a:lumMod val="95000"/>
                      </a:schemeClr>
                    </a:solidFill>
                  </a:tcPr>
                </a:tc>
                <a:tc>
                  <a:txBody>
                    <a:bodyPr/>
                    <a:lstStyle/>
                    <a:p>
                      <a:pPr algn="ctr" rtl="1"/>
                      <a:r>
                        <a:rPr lang="ar-SA" sz="1400" b="1" dirty="0"/>
                        <a:t>ورم في الانسجة في الورك</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1071707708"/>
                  </a:ext>
                </a:extLst>
              </a:tr>
              <a:tr h="484756">
                <a:tc>
                  <a:txBody>
                    <a:bodyPr/>
                    <a:lstStyle/>
                    <a:p>
                      <a:pPr algn="ctr" rtl="1"/>
                      <a:r>
                        <a:rPr lang="ar-SA" sz="1400" b="1" dirty="0"/>
                        <a:t>عطور عباس </a:t>
                      </a:r>
                    </a:p>
                  </a:txBody>
                  <a:tcPr>
                    <a:cell3D prstMaterial="dkEdge">
                      <a:bevel/>
                      <a:lightRig rig="flood" dir="t"/>
                    </a:cell3D>
                    <a:solidFill>
                      <a:schemeClr val="bg1">
                        <a:lumMod val="95000"/>
                      </a:schemeClr>
                    </a:solidFill>
                  </a:tcPr>
                </a:tc>
                <a:tc>
                  <a:txBody>
                    <a:bodyPr/>
                    <a:lstStyle/>
                    <a:p>
                      <a:pPr algn="ctr" rtl="1"/>
                      <a:r>
                        <a:rPr lang="ar-SA" sz="1400" b="1" dirty="0"/>
                        <a:t>ورم سرطاني في الثدي </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2986223771"/>
                  </a:ext>
                </a:extLst>
              </a:tr>
              <a:tr h="484756">
                <a:tc>
                  <a:txBody>
                    <a:bodyPr/>
                    <a:lstStyle/>
                    <a:p>
                      <a:pPr algn="ctr" rtl="1"/>
                      <a:r>
                        <a:rPr lang="ar-SA" sz="1400" b="1" dirty="0"/>
                        <a:t>هاجر الصادق </a:t>
                      </a:r>
                    </a:p>
                  </a:txBody>
                  <a:tcPr>
                    <a:cell3D prstMaterial="dkEdge">
                      <a:bevel/>
                      <a:lightRig rig="flood" dir="t"/>
                    </a:cell3D>
                    <a:solidFill>
                      <a:schemeClr val="bg1">
                        <a:lumMod val="95000"/>
                      </a:schemeClr>
                    </a:solidFill>
                  </a:tcPr>
                </a:tc>
                <a:tc>
                  <a:txBody>
                    <a:bodyPr/>
                    <a:lstStyle/>
                    <a:p>
                      <a:pPr algn="ctr" rtl="1"/>
                      <a:r>
                        <a:rPr lang="ar-SA" sz="1400" b="1" dirty="0"/>
                        <a:t>كسر في عظمة الكعبرة</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273399999"/>
                  </a:ext>
                </a:extLst>
              </a:tr>
              <a:tr h="484756">
                <a:tc>
                  <a:txBody>
                    <a:bodyPr/>
                    <a:lstStyle/>
                    <a:p>
                      <a:pPr algn="ctr" rtl="1"/>
                      <a:r>
                        <a:rPr lang="ar-SA" sz="1400" b="1" dirty="0"/>
                        <a:t>عبدالله فايز دياب</a:t>
                      </a:r>
                    </a:p>
                  </a:txBody>
                  <a:tcPr>
                    <a:cell3D prstMaterial="dkEdge">
                      <a:bevel/>
                      <a:lightRig rig="flood" dir="t"/>
                    </a:cell3D>
                    <a:solidFill>
                      <a:schemeClr val="bg1">
                        <a:lumMod val="95000"/>
                      </a:schemeClr>
                    </a:solidFill>
                  </a:tcPr>
                </a:tc>
                <a:tc>
                  <a:txBody>
                    <a:bodyPr/>
                    <a:lstStyle/>
                    <a:p>
                      <a:pPr algn="ctr" rtl="1"/>
                      <a:r>
                        <a:rPr lang="ar-SA" sz="1400" b="1" dirty="0"/>
                        <a:t>ورم في الصدر</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المواساة</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3133149544"/>
                  </a:ext>
                </a:extLst>
              </a:tr>
              <a:tr h="484756">
                <a:tc>
                  <a:txBody>
                    <a:bodyPr/>
                    <a:lstStyle/>
                    <a:p>
                      <a:pPr algn="ctr" rtl="1"/>
                      <a:r>
                        <a:rPr lang="ar-SA" sz="1400" b="1" dirty="0"/>
                        <a:t>احمد محمد خير</a:t>
                      </a:r>
                    </a:p>
                  </a:txBody>
                  <a:tcPr>
                    <a:cell3D prstMaterial="dkEdge">
                      <a:bevel/>
                      <a:lightRig rig="flood" dir="t"/>
                    </a:cell3D>
                    <a:solidFill>
                      <a:schemeClr val="bg1">
                        <a:lumMod val="95000"/>
                      </a:schemeClr>
                    </a:solidFill>
                  </a:tcPr>
                </a:tc>
                <a:tc>
                  <a:txBody>
                    <a:bodyPr/>
                    <a:lstStyle/>
                    <a:p>
                      <a:pPr algn="ctr" rtl="1"/>
                      <a:r>
                        <a:rPr lang="ar-SA" sz="1400" b="1" dirty="0"/>
                        <a:t>رباط صليبي</a:t>
                      </a:r>
                    </a:p>
                  </a:txBody>
                  <a:tcPr>
                    <a:cell3D prstMaterial="dkEdge">
                      <a:bevel/>
                      <a:lightRig rig="flood" dir="t"/>
                    </a:cell3D>
                    <a:solidFill>
                      <a:schemeClr val="bg1">
                        <a:lumMod val="95000"/>
                      </a:schemeClr>
                    </a:solidFill>
                  </a:tcPr>
                </a:tc>
                <a:tc>
                  <a:txBody>
                    <a:bodyPr/>
                    <a:lstStyle/>
                    <a:p>
                      <a:pPr algn="ctr" rtl="1"/>
                      <a:r>
                        <a:rPr lang="ar-SA" sz="1400" b="1" dirty="0"/>
                        <a:t>مستشفى واد </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انتهاء صلاحية الإقامة</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924635714"/>
                  </a:ext>
                </a:extLst>
              </a:tr>
            </a:tbl>
          </a:graphicData>
        </a:graphic>
      </p:graphicFrame>
    </p:spTree>
    <p:extLst>
      <p:ext uri="{BB962C8B-B14F-4D97-AF65-F5344CB8AC3E}">
        <p14:creationId xmlns:p14="http://schemas.microsoft.com/office/powerpoint/2010/main" val="1978897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D727DED2-A17D-439E-85C8-B2DFE2E954F3}"/>
              </a:ext>
            </a:extLst>
          </p:cNvPr>
          <p:cNvSpPr/>
          <p:nvPr/>
        </p:nvSpPr>
        <p:spPr>
          <a:xfrm>
            <a:off x="1930631" y="109728"/>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المستفيدون والخدمات المقدمة</a:t>
            </a:r>
            <a:endParaRPr lang="en-US" sz="2800" dirty="0">
              <a:solidFill>
                <a:schemeClr val="bg1"/>
              </a:solidFill>
            </a:endParaRPr>
          </a:p>
        </p:txBody>
      </p:sp>
      <p:sp>
        <p:nvSpPr>
          <p:cNvPr id="3" name="Text 0">
            <a:extLst>
              <a:ext uri="{FF2B5EF4-FFF2-40B4-BE49-F238E27FC236}">
                <a16:creationId xmlns:a16="http://schemas.microsoft.com/office/drawing/2014/main" id="{9F7CE905-D7EF-453F-B93C-69F7310FD431}"/>
              </a:ext>
            </a:extLst>
          </p:cNvPr>
          <p:cNvSpPr/>
          <p:nvPr/>
        </p:nvSpPr>
        <p:spPr>
          <a:xfrm>
            <a:off x="8503920" y="20116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ثانياً: البرامج والخدمات</a:t>
            </a:r>
            <a:endParaRPr lang="en-US" sz="1400" dirty="0"/>
          </a:p>
        </p:txBody>
      </p:sp>
      <p:graphicFrame>
        <p:nvGraphicFramePr>
          <p:cNvPr id="4" name="جدول 4">
            <a:extLst>
              <a:ext uri="{FF2B5EF4-FFF2-40B4-BE49-F238E27FC236}">
                <a16:creationId xmlns:a16="http://schemas.microsoft.com/office/drawing/2014/main" id="{43FE381D-5E55-467E-BBB7-DB800E069E14}"/>
              </a:ext>
            </a:extLst>
          </p:cNvPr>
          <p:cNvGraphicFramePr>
            <a:graphicFrameLocks noGrp="1"/>
          </p:cNvGraphicFramePr>
          <p:nvPr>
            <p:extLst>
              <p:ext uri="{D42A27DB-BD31-4B8C-83A1-F6EECF244321}">
                <p14:modId xmlns:p14="http://schemas.microsoft.com/office/powerpoint/2010/main" val="2522753945"/>
              </p:ext>
            </p:extLst>
          </p:nvPr>
        </p:nvGraphicFramePr>
        <p:xfrm>
          <a:off x="677330" y="1044787"/>
          <a:ext cx="10659536" cy="5405120"/>
        </p:xfrm>
        <a:graphic>
          <a:graphicData uri="http://schemas.openxmlformats.org/drawingml/2006/table">
            <a:tbl>
              <a:tblPr rtl="1" firstRow="1" bandRow="1">
                <a:tableStyleId>{616DA210-FB5B-4158-B5E0-FEB733F419BA}</a:tableStyleId>
              </a:tblPr>
              <a:tblGrid>
                <a:gridCol w="2664884">
                  <a:extLst>
                    <a:ext uri="{9D8B030D-6E8A-4147-A177-3AD203B41FA5}">
                      <a16:colId xmlns:a16="http://schemas.microsoft.com/office/drawing/2014/main" val="2316754136"/>
                    </a:ext>
                  </a:extLst>
                </a:gridCol>
                <a:gridCol w="2664884">
                  <a:extLst>
                    <a:ext uri="{9D8B030D-6E8A-4147-A177-3AD203B41FA5}">
                      <a16:colId xmlns:a16="http://schemas.microsoft.com/office/drawing/2014/main" val="2835712297"/>
                    </a:ext>
                  </a:extLst>
                </a:gridCol>
                <a:gridCol w="2664884">
                  <a:extLst>
                    <a:ext uri="{9D8B030D-6E8A-4147-A177-3AD203B41FA5}">
                      <a16:colId xmlns:a16="http://schemas.microsoft.com/office/drawing/2014/main" val="1039152983"/>
                    </a:ext>
                  </a:extLst>
                </a:gridCol>
                <a:gridCol w="2664884">
                  <a:extLst>
                    <a:ext uri="{9D8B030D-6E8A-4147-A177-3AD203B41FA5}">
                      <a16:colId xmlns:a16="http://schemas.microsoft.com/office/drawing/2014/main" val="3647545816"/>
                    </a:ext>
                  </a:extLst>
                </a:gridCol>
              </a:tblGrid>
              <a:tr h="370840">
                <a:tc>
                  <a:txBody>
                    <a:bodyPr/>
                    <a:lstStyle/>
                    <a:p>
                      <a:pPr algn="ctr" rtl="1"/>
                      <a:r>
                        <a:rPr lang="ar-SA" b="1" dirty="0">
                          <a:solidFill>
                            <a:schemeClr val="bg1"/>
                          </a:solidFill>
                        </a:rPr>
                        <a:t>الاسم:</a:t>
                      </a:r>
                    </a:p>
                  </a:txBody>
                  <a:tcPr>
                    <a:solidFill>
                      <a:srgbClr val="952D43"/>
                    </a:solidFill>
                  </a:tcPr>
                </a:tc>
                <a:tc>
                  <a:txBody>
                    <a:bodyPr/>
                    <a:lstStyle/>
                    <a:p>
                      <a:pPr algn="ctr" rtl="1"/>
                      <a:r>
                        <a:rPr lang="ar-SA" b="1" dirty="0">
                          <a:solidFill>
                            <a:schemeClr val="bg1"/>
                          </a:solidFill>
                        </a:rPr>
                        <a:t>نوع الحالة:</a:t>
                      </a:r>
                    </a:p>
                  </a:txBody>
                  <a:tcPr>
                    <a:solidFill>
                      <a:srgbClr val="952D43"/>
                    </a:solidFill>
                  </a:tcPr>
                </a:tc>
                <a:tc>
                  <a:txBody>
                    <a:bodyPr/>
                    <a:lstStyle/>
                    <a:p>
                      <a:pPr algn="ctr" rtl="1"/>
                      <a:r>
                        <a:rPr lang="ar-SA" b="1" dirty="0">
                          <a:solidFill>
                            <a:schemeClr val="bg1"/>
                          </a:solidFill>
                        </a:rPr>
                        <a:t>الجهة العلاجية:</a:t>
                      </a:r>
                    </a:p>
                  </a:txBody>
                  <a:tcPr>
                    <a:solidFill>
                      <a:srgbClr val="952D43"/>
                    </a:solidFill>
                  </a:tcPr>
                </a:tc>
                <a:tc>
                  <a:txBody>
                    <a:bodyPr/>
                    <a:lstStyle/>
                    <a:p>
                      <a:pPr algn="ctr" rtl="1"/>
                      <a:r>
                        <a:rPr lang="ar-SA" b="1" dirty="0">
                          <a:solidFill>
                            <a:schemeClr val="bg1"/>
                          </a:solidFill>
                        </a:rPr>
                        <a:t>سبب الرفض:</a:t>
                      </a:r>
                    </a:p>
                  </a:txBody>
                  <a:tcPr>
                    <a:solidFill>
                      <a:srgbClr val="952D43"/>
                    </a:solidFill>
                  </a:tcPr>
                </a:tc>
                <a:extLst>
                  <a:ext uri="{0D108BD9-81ED-4DB2-BD59-A6C34878D82A}">
                    <a16:rowId xmlns:a16="http://schemas.microsoft.com/office/drawing/2014/main" val="2879008622"/>
                  </a:ext>
                </a:extLst>
              </a:tr>
              <a:tr h="370840">
                <a:tc>
                  <a:txBody>
                    <a:bodyPr/>
                    <a:lstStyle/>
                    <a:p>
                      <a:pPr algn="ctr" rtl="1"/>
                      <a:r>
                        <a:rPr lang="ar-SA" sz="1400" b="1" dirty="0"/>
                        <a:t>حمزة محمد هندية</a:t>
                      </a:r>
                    </a:p>
                  </a:txBody>
                  <a:tcPr>
                    <a:cell3D prstMaterial="dkEdge">
                      <a:bevel/>
                      <a:lightRig rig="flood" dir="t"/>
                    </a:cell3D>
                    <a:solidFill>
                      <a:schemeClr val="bg1">
                        <a:lumMod val="95000"/>
                      </a:schemeClr>
                    </a:solidFill>
                  </a:tcPr>
                </a:tc>
                <a:tc>
                  <a:txBody>
                    <a:bodyPr/>
                    <a:lstStyle/>
                    <a:p>
                      <a:pPr algn="ctr" rtl="1"/>
                      <a:r>
                        <a:rPr lang="ar-SA" sz="1400" b="1" dirty="0"/>
                        <a:t>داء السكري النوع الاول</a:t>
                      </a:r>
                    </a:p>
                  </a:txBody>
                  <a:tcPr>
                    <a:cell3D prstMaterial="dkEdge">
                      <a:bevel/>
                      <a:lightRig rig="flood" dir="t"/>
                    </a:cell3D>
                    <a:solidFill>
                      <a:schemeClr val="bg1">
                        <a:lumMod val="95000"/>
                      </a:schemeClr>
                    </a:solidFill>
                  </a:tcPr>
                </a:tc>
                <a:tc>
                  <a:txBody>
                    <a:bodyPr/>
                    <a:lstStyle/>
                    <a:p>
                      <a:pPr algn="ctr" rtl="1"/>
                      <a:r>
                        <a:rPr lang="ar-SA" sz="1400" b="1" dirty="0"/>
                        <a:t>مستشفى السعودي الألماني </a:t>
                      </a:r>
                    </a:p>
                  </a:txBody>
                  <a:tcPr>
                    <a:cell3D prstMaterial="dkEdge">
                      <a:bevel/>
                      <a:lightRig rig="flood" dir="t"/>
                    </a:cell3D>
                    <a:solidFill>
                      <a:schemeClr val="bg1">
                        <a:lumMod val="95000"/>
                      </a:schemeClr>
                    </a:solidFill>
                  </a:tcPr>
                </a:tc>
                <a:tc>
                  <a:txBody>
                    <a:bodyPr/>
                    <a:lstStyle/>
                    <a:p>
                      <a:pPr algn="ctr" rtl="1"/>
                      <a:r>
                        <a:rPr lang="ar-SA" sz="1400" b="1" dirty="0"/>
                        <a:t>سفر المستفيد بسبب انتهاء فترة الزيارة </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1247683437"/>
                  </a:ext>
                </a:extLst>
              </a:tr>
              <a:tr h="370840">
                <a:tc>
                  <a:txBody>
                    <a:bodyPr/>
                    <a:lstStyle/>
                    <a:p>
                      <a:pPr algn="ctr" rtl="1"/>
                      <a:r>
                        <a:rPr lang="ar-SA" sz="1400" b="1" dirty="0"/>
                        <a:t>جوهرة منصور خان</a:t>
                      </a:r>
                    </a:p>
                  </a:txBody>
                  <a:tcPr>
                    <a:cell3D prstMaterial="dkEdge">
                      <a:bevel/>
                      <a:lightRig rig="flood" dir="t"/>
                    </a:cell3D>
                    <a:solidFill>
                      <a:schemeClr val="bg1">
                        <a:lumMod val="95000"/>
                      </a:schemeClr>
                    </a:solidFill>
                  </a:tcPr>
                </a:tc>
                <a:tc>
                  <a:txBody>
                    <a:bodyPr/>
                    <a:lstStyle/>
                    <a:p>
                      <a:pPr algn="ctr" rtl="1"/>
                      <a:r>
                        <a:rPr lang="ar-SA" sz="1400" b="1" dirty="0"/>
                        <a:t>ارتفاع درجة الحرارة و ضعف في الرضاعة</a:t>
                      </a:r>
                    </a:p>
                  </a:txBody>
                  <a:tcPr>
                    <a:cell3D prstMaterial="dkEdge">
                      <a:bevel/>
                      <a:lightRig rig="flood" dir="t"/>
                    </a:cell3D>
                    <a:solidFill>
                      <a:schemeClr val="bg1">
                        <a:lumMod val="95000"/>
                      </a:schemeClr>
                    </a:solidFill>
                  </a:tcPr>
                </a:tc>
                <a:tc>
                  <a:txBody>
                    <a:bodyPr/>
                    <a:lstStyle/>
                    <a:p>
                      <a:pPr algn="ctr" rtl="1"/>
                      <a:r>
                        <a:rPr lang="ar-SA" sz="1400" b="1" dirty="0"/>
                        <a:t>مستشفى النساء و الولادة</a:t>
                      </a:r>
                    </a:p>
                  </a:txBody>
                  <a:tcPr>
                    <a:cell3D prstMaterial="dkEdge">
                      <a:bevel/>
                      <a:lightRig rig="flood" dir="t"/>
                    </a:cell3D>
                    <a:solidFill>
                      <a:schemeClr val="bg1">
                        <a:lumMod val="95000"/>
                      </a:schemeClr>
                    </a:solidFill>
                  </a:tcPr>
                </a:tc>
                <a:tc>
                  <a:txBody>
                    <a:bodyPr/>
                    <a:lstStyle/>
                    <a:p>
                      <a:pPr algn="ctr" rtl="1"/>
                      <a:r>
                        <a:rPr lang="ar-SA" sz="1400" b="1" dirty="0"/>
                        <a:t>يوجد خطاء في التقرير الطبي و اختلاف تواريخ التنويم</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408623895"/>
                  </a:ext>
                </a:extLst>
              </a:tr>
              <a:tr h="370840">
                <a:tc>
                  <a:txBody>
                    <a:bodyPr/>
                    <a:lstStyle/>
                    <a:p>
                      <a:pPr algn="ctr" rtl="1"/>
                      <a:r>
                        <a:rPr lang="ar-SA" sz="1400" b="1" dirty="0"/>
                        <a:t>علي قايد علي </a:t>
                      </a:r>
                    </a:p>
                  </a:txBody>
                  <a:tcPr>
                    <a:cell3D prstMaterial="dkEdge">
                      <a:bevel/>
                      <a:lightRig rig="flood" dir="t"/>
                    </a:cell3D>
                    <a:solidFill>
                      <a:schemeClr val="bg1">
                        <a:lumMod val="95000"/>
                      </a:schemeClr>
                    </a:solidFill>
                  </a:tcPr>
                </a:tc>
                <a:tc>
                  <a:txBody>
                    <a:bodyPr/>
                    <a:lstStyle/>
                    <a:p>
                      <a:pPr algn="ctr" rtl="1"/>
                      <a:r>
                        <a:rPr lang="ar-SA" sz="1400" b="1" dirty="0"/>
                        <a:t>ارتفاع في ضغط الدم و قصور بالشريان التاجي</a:t>
                      </a:r>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الدكتور حامد الاحمدي</a:t>
                      </a:r>
                    </a:p>
                    <a:p>
                      <a:pPr algn="ctr" rtl="1"/>
                      <a:endParaRPr lang="ar-SA" sz="1400" b="1" dirty="0"/>
                    </a:p>
                  </a:txBody>
                  <a:tcPr>
                    <a:cell3D prstMaterial="dkEdge">
                      <a:bevel/>
                      <a:lightRig rig="flood" dir="t"/>
                    </a:cell3D>
                    <a:solidFill>
                      <a:schemeClr val="bg1">
                        <a:lumMod val="95000"/>
                      </a:schemeClr>
                    </a:solidFill>
                  </a:tcPr>
                </a:tc>
                <a:tc>
                  <a:txBody>
                    <a:bodyPr/>
                    <a:lstStyle/>
                    <a:p>
                      <a:pPr algn="ctr" rtl="1"/>
                      <a:r>
                        <a:rPr lang="ar-SA" sz="1400" b="1" dirty="0"/>
                        <a:t>تم دعم المستفيد من جمعية أخرى بكامل المبلغ</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1770574014"/>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زبيدة</a:t>
                      </a:r>
                      <a:r>
                        <a:rPr lang="en-US" sz="1400" b="1" dirty="0">
                          <a:solidFill>
                            <a:schemeClr val="tx1"/>
                          </a:solidFill>
                        </a:rPr>
                        <a:t> </a:t>
                      </a:r>
                      <a:r>
                        <a:rPr lang="en-US" sz="1400" b="1" dirty="0" err="1">
                          <a:solidFill>
                            <a:schemeClr val="tx1"/>
                          </a:solidFill>
                        </a:rPr>
                        <a:t>شمس</a:t>
                      </a:r>
                      <a:r>
                        <a:rPr lang="en-US" sz="1400" b="1" dirty="0">
                          <a:solidFill>
                            <a:schemeClr val="tx1"/>
                          </a:solidFill>
                        </a:rPr>
                        <a:t> </a:t>
                      </a:r>
                      <a:r>
                        <a:rPr lang="en-US" sz="1400" b="1" dirty="0" err="1">
                          <a:solidFill>
                            <a:schemeClr val="tx1"/>
                          </a:solidFill>
                        </a:rPr>
                        <a:t>الدين</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ورم</a:t>
                      </a:r>
                      <a:r>
                        <a:rPr lang="en-US" sz="1400" b="1" dirty="0">
                          <a:solidFill>
                            <a:schemeClr val="tx1"/>
                          </a:solidFill>
                        </a:rPr>
                        <a:t> </a:t>
                      </a:r>
                      <a:r>
                        <a:rPr lang="en-US" sz="1400" b="1" dirty="0" err="1">
                          <a:solidFill>
                            <a:schemeClr val="tx1"/>
                          </a:solidFill>
                        </a:rPr>
                        <a:t>بالقولون</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algn="ctr" rtl="1"/>
                      <a:r>
                        <a:rPr lang="ar-SA" sz="1400" b="1" dirty="0"/>
                        <a:t>تم القبول و الدعم</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1694884372"/>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زينب</a:t>
                      </a:r>
                      <a:r>
                        <a:rPr lang="en-US" sz="1400" b="1" dirty="0">
                          <a:solidFill>
                            <a:schemeClr val="tx1"/>
                          </a:solidFill>
                        </a:rPr>
                        <a:t> </a:t>
                      </a:r>
                      <a:r>
                        <a:rPr lang="en-US" sz="1400" b="1" dirty="0" err="1">
                          <a:solidFill>
                            <a:schemeClr val="tx1"/>
                          </a:solidFill>
                        </a:rPr>
                        <a:t>عمر</a:t>
                      </a:r>
                      <a:r>
                        <a:rPr lang="en-US" sz="1400" b="1" dirty="0">
                          <a:solidFill>
                            <a:schemeClr val="tx1"/>
                          </a:solidFill>
                        </a:rPr>
                        <a:t> </a:t>
                      </a:r>
                      <a:r>
                        <a:rPr lang="en-US" sz="1400" b="1" dirty="0" err="1">
                          <a:solidFill>
                            <a:schemeClr val="tx1"/>
                          </a:solidFill>
                        </a:rPr>
                        <a:t>علي</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سرطان</a:t>
                      </a:r>
                      <a:r>
                        <a:rPr lang="en-US" sz="1400" b="1" dirty="0">
                          <a:solidFill>
                            <a:schemeClr val="tx1"/>
                          </a:solidFill>
                        </a:rPr>
                        <a:t> </a:t>
                      </a:r>
                      <a:r>
                        <a:rPr lang="en-US" sz="1400" b="1" dirty="0" err="1">
                          <a:solidFill>
                            <a:schemeClr val="tx1"/>
                          </a:solidFill>
                        </a:rPr>
                        <a:t>نخر</a:t>
                      </a:r>
                      <a:r>
                        <a:rPr lang="en-US" sz="1400" b="1" dirty="0">
                          <a:solidFill>
                            <a:schemeClr val="tx1"/>
                          </a:solidFill>
                        </a:rPr>
                        <a:t> </a:t>
                      </a:r>
                      <a:r>
                        <a:rPr lang="en-US" sz="1400" b="1" dirty="0" err="1">
                          <a:solidFill>
                            <a:schemeClr val="tx1"/>
                          </a:solidFill>
                        </a:rPr>
                        <a:t>العظم</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algn="ctr" rtl="1"/>
                      <a:r>
                        <a:rPr lang="ar-SA" sz="1400" b="1" dirty="0"/>
                        <a:t>تم القبول و الدعم</a:t>
                      </a:r>
                    </a:p>
                  </a:txBody>
                  <a:tcPr>
                    <a:cell3D prstMaterial="dkEdge">
                      <a:bevel/>
                      <a:lightRig rig="flood" dir="t"/>
                    </a:cell3D>
                    <a:solidFill>
                      <a:schemeClr val="bg1">
                        <a:lumMod val="95000"/>
                      </a:schemeClr>
                    </a:solidFill>
                  </a:tcPr>
                </a:tc>
                <a:extLst>
                  <a:ext uri="{0D108BD9-81ED-4DB2-BD59-A6C34878D82A}">
                    <a16:rowId xmlns:a16="http://schemas.microsoft.com/office/drawing/2014/main" val="4144143924"/>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فايز</a:t>
                      </a:r>
                      <a:r>
                        <a:rPr lang="en-US" sz="1400" b="1" dirty="0">
                          <a:solidFill>
                            <a:schemeClr val="tx1"/>
                          </a:solidFill>
                        </a:rPr>
                        <a:t> </a:t>
                      </a:r>
                      <a:r>
                        <a:rPr lang="en-US" sz="1400" b="1" dirty="0" err="1">
                          <a:solidFill>
                            <a:schemeClr val="tx1"/>
                          </a:solidFill>
                        </a:rPr>
                        <a:t>أحمد</a:t>
                      </a:r>
                      <a:r>
                        <a:rPr lang="en-US" sz="1400" b="1" dirty="0">
                          <a:solidFill>
                            <a:schemeClr val="tx1"/>
                          </a:solidFill>
                        </a:rPr>
                        <a:t> </a:t>
                      </a:r>
                      <a:r>
                        <a:rPr lang="en-US" sz="1400" b="1" dirty="0" err="1">
                          <a:solidFill>
                            <a:schemeClr val="tx1"/>
                          </a:solidFill>
                        </a:rPr>
                        <a:t>عبدالعزيز</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سرطان</a:t>
                      </a:r>
                      <a:r>
                        <a:rPr lang="en-US" sz="1400" b="1" dirty="0">
                          <a:solidFill>
                            <a:schemeClr val="tx1"/>
                          </a:solidFill>
                        </a:rPr>
                        <a:t> </a:t>
                      </a:r>
                      <a:r>
                        <a:rPr lang="en-US" sz="1400" b="1" dirty="0" err="1">
                          <a:solidFill>
                            <a:schemeClr val="tx1"/>
                          </a:solidFill>
                        </a:rPr>
                        <a:t>الدم</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تم القبول و الدعم</a:t>
                      </a:r>
                    </a:p>
                    <a:p>
                      <a:pPr algn="ctr" rtl="1"/>
                      <a:endParaRPr lang="ar-SA" sz="1400" b="1" dirty="0"/>
                    </a:p>
                  </a:txBody>
                  <a:tcPr>
                    <a:cell3D prstMaterial="dkEdge">
                      <a:bevel/>
                      <a:lightRig rig="flood" dir="t"/>
                    </a:cell3D>
                    <a:solidFill>
                      <a:schemeClr val="bg1">
                        <a:lumMod val="95000"/>
                      </a:schemeClr>
                    </a:solidFill>
                  </a:tcPr>
                </a:tc>
                <a:extLst>
                  <a:ext uri="{0D108BD9-81ED-4DB2-BD59-A6C34878D82A}">
                    <a16:rowId xmlns:a16="http://schemas.microsoft.com/office/drawing/2014/main" val="3885805822"/>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a:solidFill>
                            <a:schemeClr val="tx1"/>
                          </a:solidFill>
                        </a:rPr>
                        <a:t>محمد </a:t>
                      </a:r>
                      <a:r>
                        <a:rPr lang="en-US" sz="1400" b="1" dirty="0" err="1">
                          <a:solidFill>
                            <a:schemeClr val="tx1"/>
                          </a:solidFill>
                        </a:rPr>
                        <a:t>أحمد</a:t>
                      </a:r>
                      <a:r>
                        <a:rPr lang="en-US" sz="1400" b="1" dirty="0">
                          <a:solidFill>
                            <a:schemeClr val="tx1"/>
                          </a:solidFill>
                        </a:rPr>
                        <a:t> </a:t>
                      </a:r>
                      <a:r>
                        <a:rPr lang="en-US" sz="1400" b="1" dirty="0" err="1">
                          <a:solidFill>
                            <a:schemeClr val="tx1"/>
                          </a:solidFill>
                        </a:rPr>
                        <a:t>الشرفي</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أشعة</a:t>
                      </a:r>
                      <a:r>
                        <a:rPr lang="en-US" sz="1400" b="1" dirty="0">
                          <a:solidFill>
                            <a:schemeClr val="tx1"/>
                          </a:solidFill>
                        </a:rPr>
                        <a:t> </a:t>
                      </a:r>
                      <a:r>
                        <a:rPr lang="en-US" sz="1400" b="1" dirty="0" err="1">
                          <a:solidFill>
                            <a:schemeClr val="tx1"/>
                          </a:solidFill>
                        </a:rPr>
                        <a:t>رنين</a:t>
                      </a:r>
                      <a:r>
                        <a:rPr lang="en-US" sz="1400" b="1" dirty="0">
                          <a:solidFill>
                            <a:schemeClr val="tx1"/>
                          </a:solidFill>
                        </a:rPr>
                        <a:t> </a:t>
                      </a:r>
                      <a:r>
                        <a:rPr lang="en-US" sz="1400" b="1" dirty="0" err="1">
                          <a:solidFill>
                            <a:schemeClr val="tx1"/>
                          </a:solidFill>
                        </a:rPr>
                        <a:t>مغنطيسي</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مستشفى</a:t>
                      </a:r>
                      <a:r>
                        <a:rPr lang="en-US" sz="1400" b="1" dirty="0">
                          <a:solidFill>
                            <a:schemeClr val="tx1"/>
                          </a:solidFill>
                        </a:rPr>
                        <a:t> </a:t>
                      </a:r>
                      <a:r>
                        <a:rPr lang="en-US" sz="1400" b="1" dirty="0" err="1">
                          <a:solidFill>
                            <a:schemeClr val="tx1"/>
                          </a:solidFill>
                        </a:rPr>
                        <a:t>المواساة</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u="none" strike="noStrike" kern="1200" cap="none" spc="0" normalizeH="0" baseline="0" noProof="0" dirty="0">
                          <a:ln>
                            <a:noFill/>
                          </a:ln>
                          <a:solidFill>
                            <a:prstClr val="black"/>
                          </a:solidFill>
                          <a:effectLst/>
                          <a:uLnTx/>
                          <a:uFillTx/>
                        </a:rPr>
                        <a:t>تم القبول و الدعم</a:t>
                      </a:r>
                      <a:endParaRPr kumimoji="0" lang="ar-SA"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txBody>
                  <a:tcPr>
                    <a:cell3D prstMaterial="dkEdge">
                      <a:bevel/>
                      <a:lightRig rig="flood" dir="t"/>
                    </a:cell3D>
                    <a:solidFill>
                      <a:schemeClr val="bg1">
                        <a:lumMod val="95000"/>
                      </a:schemeClr>
                    </a:solidFill>
                  </a:tcPr>
                </a:tc>
                <a:extLst>
                  <a:ext uri="{0D108BD9-81ED-4DB2-BD59-A6C34878D82A}">
                    <a16:rowId xmlns:a16="http://schemas.microsoft.com/office/drawing/2014/main" val="2186095490"/>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كندفة</a:t>
                      </a:r>
                      <a:r>
                        <a:rPr lang="en-US" sz="1400" b="1" dirty="0">
                          <a:solidFill>
                            <a:schemeClr val="tx1"/>
                          </a:solidFill>
                        </a:rPr>
                        <a:t> محمد </a:t>
                      </a:r>
                      <a:r>
                        <a:rPr lang="en-US" sz="1400" b="1" dirty="0" err="1">
                          <a:solidFill>
                            <a:schemeClr val="tx1"/>
                          </a:solidFill>
                        </a:rPr>
                        <a:t>عظمة</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فاتورة</a:t>
                      </a:r>
                      <a:r>
                        <a:rPr lang="en-US" sz="1400" b="1" dirty="0">
                          <a:solidFill>
                            <a:schemeClr val="tx1"/>
                          </a:solidFill>
                        </a:rPr>
                        <a:t> </a:t>
                      </a:r>
                      <a:r>
                        <a:rPr lang="en-US" sz="1400" b="1" dirty="0" err="1">
                          <a:solidFill>
                            <a:schemeClr val="tx1"/>
                          </a:solidFill>
                        </a:rPr>
                        <a:t>علاج</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مدينة</a:t>
                      </a:r>
                      <a:r>
                        <a:rPr lang="en-US" sz="1400" b="1" dirty="0">
                          <a:solidFill>
                            <a:schemeClr val="tx1"/>
                          </a:solidFill>
                        </a:rPr>
                        <a:t> </a:t>
                      </a:r>
                      <a:r>
                        <a:rPr lang="en-US" sz="1400" b="1" dirty="0" err="1">
                          <a:solidFill>
                            <a:schemeClr val="tx1"/>
                          </a:solidFill>
                        </a:rPr>
                        <a:t>الملك</a:t>
                      </a:r>
                      <a:r>
                        <a:rPr lang="en-US" sz="1400" b="1" dirty="0">
                          <a:solidFill>
                            <a:schemeClr val="tx1"/>
                          </a:solidFill>
                        </a:rPr>
                        <a:t> </a:t>
                      </a:r>
                      <a:r>
                        <a:rPr lang="en-US" sz="1400" b="1" dirty="0" err="1">
                          <a:solidFill>
                            <a:schemeClr val="tx1"/>
                          </a:solidFill>
                        </a:rPr>
                        <a:t>سلمان</a:t>
                      </a:r>
                      <a:r>
                        <a:rPr lang="en-US" sz="1400" b="1" dirty="0">
                          <a:solidFill>
                            <a:schemeClr val="tx1"/>
                          </a:solidFill>
                        </a:rPr>
                        <a:t> </a:t>
                      </a:r>
                      <a:r>
                        <a:rPr lang="ar-SA" sz="1400" b="1" dirty="0">
                          <a:solidFill>
                            <a:schemeClr val="tx1"/>
                          </a:solidFill>
                        </a:rPr>
                        <a:t>الطبية</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u="none" strike="noStrike" kern="1200" cap="none" spc="0" normalizeH="0" baseline="0" noProof="0" dirty="0">
                          <a:ln>
                            <a:noFill/>
                          </a:ln>
                          <a:solidFill>
                            <a:prstClr val="black"/>
                          </a:solidFill>
                          <a:effectLst/>
                          <a:uLnTx/>
                          <a:uFillTx/>
                        </a:rPr>
                        <a:t>تم القبول و الدعم</a:t>
                      </a:r>
                      <a:endParaRPr kumimoji="0" lang="ar-SA"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txBody>
                  <a:tcPr>
                    <a:cell3D prstMaterial="dkEdge">
                      <a:bevel/>
                      <a:lightRig rig="flood" dir="t"/>
                    </a:cell3D>
                    <a:solidFill>
                      <a:schemeClr val="bg1">
                        <a:lumMod val="95000"/>
                      </a:schemeClr>
                    </a:solidFill>
                  </a:tcPr>
                </a:tc>
                <a:extLst>
                  <a:ext uri="{0D108BD9-81ED-4DB2-BD59-A6C34878D82A}">
                    <a16:rowId xmlns:a16="http://schemas.microsoft.com/office/drawing/2014/main" val="925355015"/>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شوق</a:t>
                      </a:r>
                      <a:r>
                        <a:rPr lang="en-US" sz="1400" b="1" dirty="0">
                          <a:solidFill>
                            <a:schemeClr val="tx1"/>
                          </a:solidFill>
                        </a:rPr>
                        <a:t> </a:t>
                      </a:r>
                      <a:r>
                        <a:rPr lang="en-US" sz="1400" b="1" dirty="0" err="1">
                          <a:solidFill>
                            <a:schemeClr val="tx1"/>
                          </a:solidFill>
                        </a:rPr>
                        <a:t>حسن</a:t>
                      </a:r>
                      <a:r>
                        <a:rPr lang="en-US" sz="1400" b="1" dirty="0">
                          <a:solidFill>
                            <a:schemeClr val="tx1"/>
                          </a:solidFill>
                        </a:rPr>
                        <a:t> </a:t>
                      </a:r>
                      <a:r>
                        <a:rPr lang="en-US" sz="1400" b="1" dirty="0" err="1">
                          <a:solidFill>
                            <a:schemeClr val="tx1"/>
                          </a:solidFill>
                        </a:rPr>
                        <a:t>الأنور</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منظار</a:t>
                      </a:r>
                      <a:r>
                        <a:rPr lang="en-US" sz="1400" b="1" dirty="0">
                          <a:solidFill>
                            <a:schemeClr val="tx1"/>
                          </a:solidFill>
                        </a:rPr>
                        <a:t> </a:t>
                      </a:r>
                      <a:r>
                        <a:rPr lang="en-US" sz="1400" b="1" dirty="0" err="1">
                          <a:solidFill>
                            <a:schemeClr val="tx1"/>
                          </a:solidFill>
                        </a:rPr>
                        <a:t>جراحي</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dirty="0"/>
                        <a:t>مستشفى السعودي الألماني </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u="none" strike="noStrike" kern="1200" cap="none" spc="0" normalizeH="0" baseline="0" noProof="0" dirty="0">
                          <a:ln>
                            <a:noFill/>
                          </a:ln>
                          <a:solidFill>
                            <a:prstClr val="black"/>
                          </a:solidFill>
                          <a:effectLst/>
                          <a:uLnTx/>
                          <a:uFillTx/>
                        </a:rPr>
                        <a:t>تم القبول و الدعم</a:t>
                      </a:r>
                      <a:endParaRPr kumimoji="0" lang="ar-SA"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txBody>
                  <a:tcPr>
                    <a:cell3D prstMaterial="dkEdge">
                      <a:bevel/>
                      <a:lightRig rig="flood" dir="t"/>
                    </a:cell3D>
                    <a:solidFill>
                      <a:schemeClr val="bg1">
                        <a:lumMod val="95000"/>
                      </a:schemeClr>
                    </a:solidFill>
                  </a:tcPr>
                </a:tc>
                <a:extLst>
                  <a:ext uri="{0D108BD9-81ED-4DB2-BD59-A6C34878D82A}">
                    <a16:rowId xmlns:a16="http://schemas.microsoft.com/office/drawing/2014/main" val="875804272"/>
                  </a:ext>
                </a:extLst>
              </a:tr>
              <a:tr h="37084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سامية</a:t>
                      </a:r>
                      <a:r>
                        <a:rPr lang="en-US" sz="1400" b="1" dirty="0">
                          <a:solidFill>
                            <a:schemeClr val="tx1"/>
                          </a:solidFill>
                        </a:rPr>
                        <a:t> </a:t>
                      </a:r>
                      <a:r>
                        <a:rPr lang="en-US" sz="1400" b="1" dirty="0" err="1">
                          <a:solidFill>
                            <a:schemeClr val="tx1"/>
                          </a:solidFill>
                        </a:rPr>
                        <a:t>سليمان</a:t>
                      </a:r>
                      <a:r>
                        <a:rPr lang="en-US" sz="1400" b="1" dirty="0">
                          <a:solidFill>
                            <a:schemeClr val="tx1"/>
                          </a:solidFill>
                        </a:rPr>
                        <a:t> محمد</a:t>
                      </a: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استئصال</a:t>
                      </a:r>
                      <a:r>
                        <a:rPr lang="en-US" sz="1400" b="1" dirty="0">
                          <a:solidFill>
                            <a:schemeClr val="tx1"/>
                          </a:solidFill>
                        </a:rPr>
                        <a:t> </a:t>
                      </a:r>
                      <a:r>
                        <a:rPr lang="en-US" sz="1400" b="1" dirty="0" err="1">
                          <a:solidFill>
                            <a:schemeClr val="tx1"/>
                          </a:solidFill>
                        </a:rPr>
                        <a:t>كتلة</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b="1" dirty="0" err="1">
                          <a:solidFill>
                            <a:schemeClr val="tx1"/>
                          </a:solidFill>
                        </a:rPr>
                        <a:t>مستشفى</a:t>
                      </a:r>
                      <a:r>
                        <a:rPr lang="en-US" sz="1400" b="1" dirty="0">
                          <a:solidFill>
                            <a:schemeClr val="tx1"/>
                          </a:solidFill>
                        </a:rPr>
                        <a:t> </a:t>
                      </a:r>
                      <a:r>
                        <a:rPr lang="en-US" sz="1400" b="1" dirty="0" err="1">
                          <a:solidFill>
                            <a:schemeClr val="tx1"/>
                          </a:solidFill>
                        </a:rPr>
                        <a:t>المواساة</a:t>
                      </a:r>
                      <a:endParaRPr lang="en-US" sz="1400" b="1" dirty="0">
                        <a:solidFill>
                          <a:schemeClr val="tx1"/>
                        </a:solidFill>
                      </a:endParaRPr>
                    </a:p>
                    <a:p>
                      <a:pPr algn="ctr" rtl="1"/>
                      <a:endParaRPr lang="ar-SA" sz="1400" b="1" dirty="0"/>
                    </a:p>
                  </a:txBody>
                  <a:tcPr>
                    <a:cell3D prstMaterial="dkEdge">
                      <a:bevel/>
                      <a:lightRig rig="flood" dir="t"/>
                    </a:cell3D>
                    <a:solidFill>
                      <a:schemeClr val="bg1">
                        <a:lumMod val="95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u="none" strike="noStrike" kern="1200" cap="none" spc="0" normalizeH="0" baseline="0" noProof="0" dirty="0">
                          <a:ln>
                            <a:noFill/>
                          </a:ln>
                          <a:solidFill>
                            <a:prstClr val="black"/>
                          </a:solidFill>
                          <a:effectLst/>
                          <a:uLnTx/>
                          <a:uFillTx/>
                        </a:rPr>
                        <a:t>تم القبول و الدعم</a:t>
                      </a:r>
                      <a:endParaRPr kumimoji="0" lang="ar-SA"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txBody>
                  <a:tcPr>
                    <a:cell3D prstMaterial="dkEdge">
                      <a:bevel/>
                      <a:lightRig rig="flood" dir="t"/>
                    </a:cell3D>
                    <a:solidFill>
                      <a:schemeClr val="bg1">
                        <a:lumMod val="95000"/>
                      </a:schemeClr>
                    </a:solidFill>
                  </a:tcPr>
                </a:tc>
                <a:extLst>
                  <a:ext uri="{0D108BD9-81ED-4DB2-BD59-A6C34878D82A}">
                    <a16:rowId xmlns:a16="http://schemas.microsoft.com/office/drawing/2014/main" val="1468183176"/>
                  </a:ext>
                </a:extLst>
              </a:tr>
            </a:tbl>
          </a:graphicData>
        </a:graphic>
      </p:graphicFrame>
    </p:spTree>
    <p:extLst>
      <p:ext uri="{BB962C8B-B14F-4D97-AF65-F5344CB8AC3E}">
        <p14:creationId xmlns:p14="http://schemas.microsoft.com/office/powerpoint/2010/main" val="2373996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ثالثاً: الشراكات الصحية</a:t>
            </a:r>
            <a:endParaRPr lang="en-US" sz="1400" dirty="0"/>
          </a:p>
        </p:txBody>
      </p:sp>
      <p:sp>
        <p:nvSpPr>
          <p:cNvPr id="3" name="Text 1"/>
          <p:cNvSpPr/>
          <p:nvPr/>
        </p:nvSpPr>
        <p:spPr>
          <a:xfrm>
            <a:off x="2317173" y="395271"/>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الشراكات والاتفاقيات الصحية</a:t>
            </a:r>
            <a:endParaRPr lang="en-US" sz="2800" dirty="0">
              <a:solidFill>
                <a:schemeClr val="bg1"/>
              </a:solidFill>
            </a:endParaRPr>
          </a:p>
        </p:txBody>
      </p:sp>
      <p:sp>
        <p:nvSpPr>
          <p:cNvPr id="4" name="Text 2"/>
          <p:cNvSpPr/>
          <p:nvPr/>
        </p:nvSpPr>
        <p:spPr>
          <a:xfrm>
            <a:off x="1080655" y="1048237"/>
            <a:ext cx="7680960" cy="365760"/>
          </a:xfrm>
          <a:prstGeom prst="rect">
            <a:avLst/>
          </a:prstGeom>
          <a:noFill/>
          <a:ln/>
        </p:spPr>
        <p:txBody>
          <a:bodyPr wrap="square" rtlCol="0" anchor="ctr"/>
          <a:lstStyle/>
          <a:p>
            <a:pPr marL="0" indent="0" algn="r" rtl="1">
              <a:buNone/>
            </a:pPr>
            <a:r>
              <a:rPr lang="en-US" b="1" dirty="0">
                <a:latin typeface="Arial" pitchFamily="34" charset="0"/>
                <a:ea typeface="Arial" pitchFamily="34" charset="-122"/>
                <a:cs typeface="Arial" pitchFamily="34" charset="-120"/>
              </a:rPr>
              <a:t>تعاون فعّال مع 9 جهات صحية لتوفير أفضل رعاية للمستفيدين</a:t>
            </a:r>
            <a:endParaRPr lang="en-US" b="1" dirty="0"/>
          </a:p>
        </p:txBody>
      </p:sp>
      <p:sp>
        <p:nvSpPr>
          <p:cNvPr id="5" name="Shape 3"/>
          <p:cNvSpPr/>
          <p:nvPr/>
        </p:nvSpPr>
        <p:spPr>
          <a:xfrm>
            <a:off x="548640" y="160020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6" name="Shape 4"/>
          <p:cNvSpPr/>
          <p:nvPr/>
        </p:nvSpPr>
        <p:spPr>
          <a:xfrm>
            <a:off x="2194560" y="1737360"/>
            <a:ext cx="274320" cy="274320"/>
          </a:xfrm>
          <a:prstGeom prst="ellipse">
            <a:avLst/>
          </a:prstGeom>
          <a:solidFill>
            <a:srgbClr val="A61C46"/>
          </a:solidFill>
          <a:ln/>
        </p:spPr>
      </p:sp>
      <p:sp>
        <p:nvSpPr>
          <p:cNvPr id="7" name="Text 5"/>
          <p:cNvSpPr/>
          <p:nvPr/>
        </p:nvSpPr>
        <p:spPr>
          <a:xfrm>
            <a:off x="685800" y="210312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مستشفى الدكتور حامد سليمان الأحمدي</a:t>
            </a:r>
            <a:endParaRPr lang="en-US" dirty="0"/>
          </a:p>
        </p:txBody>
      </p:sp>
      <p:sp>
        <p:nvSpPr>
          <p:cNvPr id="8" name="Shape 6"/>
          <p:cNvSpPr/>
          <p:nvPr/>
        </p:nvSpPr>
        <p:spPr>
          <a:xfrm>
            <a:off x="4297680" y="160020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9" name="Shape 7"/>
          <p:cNvSpPr/>
          <p:nvPr/>
        </p:nvSpPr>
        <p:spPr>
          <a:xfrm>
            <a:off x="5943600" y="1737360"/>
            <a:ext cx="274320" cy="274320"/>
          </a:xfrm>
          <a:prstGeom prst="ellipse">
            <a:avLst/>
          </a:prstGeom>
          <a:solidFill>
            <a:srgbClr val="A61C46"/>
          </a:solidFill>
          <a:ln/>
        </p:spPr>
      </p:sp>
      <p:sp>
        <p:nvSpPr>
          <p:cNvPr id="10" name="Text 8"/>
          <p:cNvSpPr/>
          <p:nvPr/>
        </p:nvSpPr>
        <p:spPr>
          <a:xfrm>
            <a:off x="4434840" y="210312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مدينة الملك سلمان الطبية</a:t>
            </a:r>
            <a:endParaRPr lang="en-US" dirty="0"/>
          </a:p>
        </p:txBody>
      </p:sp>
      <p:sp>
        <p:nvSpPr>
          <p:cNvPr id="11" name="Shape 9"/>
          <p:cNvSpPr/>
          <p:nvPr/>
        </p:nvSpPr>
        <p:spPr>
          <a:xfrm>
            <a:off x="8046720" y="160020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2" name="Shape 10"/>
          <p:cNvSpPr/>
          <p:nvPr/>
        </p:nvSpPr>
        <p:spPr>
          <a:xfrm>
            <a:off x="9692640" y="1737360"/>
            <a:ext cx="274320" cy="274320"/>
          </a:xfrm>
          <a:prstGeom prst="ellipse">
            <a:avLst/>
          </a:prstGeom>
          <a:solidFill>
            <a:srgbClr val="A61C46"/>
          </a:solidFill>
          <a:ln/>
        </p:spPr>
      </p:sp>
      <p:sp>
        <p:nvSpPr>
          <p:cNvPr id="13" name="Text 11"/>
          <p:cNvSpPr/>
          <p:nvPr/>
        </p:nvSpPr>
        <p:spPr>
          <a:xfrm>
            <a:off x="8183880" y="210312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شركة مداواة ورعاية الطبية</a:t>
            </a:r>
            <a:endParaRPr lang="en-US" dirty="0"/>
          </a:p>
        </p:txBody>
      </p:sp>
      <p:sp>
        <p:nvSpPr>
          <p:cNvPr id="14" name="Shape 12"/>
          <p:cNvSpPr/>
          <p:nvPr/>
        </p:nvSpPr>
        <p:spPr>
          <a:xfrm>
            <a:off x="548640" y="301752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5" name="Shape 13"/>
          <p:cNvSpPr/>
          <p:nvPr/>
        </p:nvSpPr>
        <p:spPr>
          <a:xfrm>
            <a:off x="2194560" y="3154680"/>
            <a:ext cx="274320" cy="274320"/>
          </a:xfrm>
          <a:prstGeom prst="ellipse">
            <a:avLst/>
          </a:prstGeom>
          <a:solidFill>
            <a:srgbClr val="A61C46"/>
          </a:solidFill>
          <a:ln/>
        </p:spPr>
      </p:sp>
      <p:sp>
        <p:nvSpPr>
          <p:cNvPr id="16" name="Text 14"/>
          <p:cNvSpPr/>
          <p:nvPr/>
        </p:nvSpPr>
        <p:spPr>
          <a:xfrm>
            <a:off x="685800" y="352044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جمعية جنا لتأهيل </a:t>
            </a:r>
            <a:r>
              <a:rPr lang="ar-SA" b="1" dirty="0">
                <a:solidFill>
                  <a:srgbClr val="1A1A1A"/>
                </a:solidFill>
                <a:latin typeface="Arial" pitchFamily="34" charset="0"/>
                <a:ea typeface="Arial" pitchFamily="34" charset="-122"/>
                <a:cs typeface="Arial" pitchFamily="34" charset="-120"/>
              </a:rPr>
              <a:t>الفتيات</a:t>
            </a:r>
            <a:r>
              <a:rPr lang="en-US" b="1" dirty="0">
                <a:solidFill>
                  <a:srgbClr val="1A1A1A"/>
                </a:solidFill>
                <a:latin typeface="Arial" pitchFamily="34" charset="0"/>
                <a:ea typeface="Arial" pitchFamily="34" charset="-122"/>
                <a:cs typeface="Arial" pitchFamily="34" charset="-120"/>
              </a:rPr>
              <a:t> ذوات الإعاقة</a:t>
            </a:r>
            <a:endParaRPr lang="en-US" dirty="0"/>
          </a:p>
        </p:txBody>
      </p:sp>
      <p:sp>
        <p:nvSpPr>
          <p:cNvPr id="17" name="Shape 15"/>
          <p:cNvSpPr/>
          <p:nvPr/>
        </p:nvSpPr>
        <p:spPr>
          <a:xfrm>
            <a:off x="4297680" y="301752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8" name="Shape 16"/>
          <p:cNvSpPr/>
          <p:nvPr/>
        </p:nvSpPr>
        <p:spPr>
          <a:xfrm>
            <a:off x="5943600" y="3154680"/>
            <a:ext cx="274320" cy="274320"/>
          </a:xfrm>
          <a:prstGeom prst="ellipse">
            <a:avLst/>
          </a:prstGeom>
          <a:solidFill>
            <a:srgbClr val="A61C46"/>
          </a:solidFill>
          <a:ln/>
        </p:spPr>
      </p:sp>
      <p:sp>
        <p:nvSpPr>
          <p:cNvPr id="19" name="Text 17"/>
          <p:cNvSpPr/>
          <p:nvPr/>
        </p:nvSpPr>
        <p:spPr>
          <a:xfrm>
            <a:off x="4434840" y="352044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المستشفى السعودي الألماني</a:t>
            </a:r>
            <a:endParaRPr lang="en-US" dirty="0"/>
          </a:p>
        </p:txBody>
      </p:sp>
      <p:sp>
        <p:nvSpPr>
          <p:cNvPr id="20" name="Shape 18"/>
          <p:cNvSpPr/>
          <p:nvPr/>
        </p:nvSpPr>
        <p:spPr>
          <a:xfrm>
            <a:off x="8046720" y="301752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1" name="Shape 19"/>
          <p:cNvSpPr/>
          <p:nvPr/>
        </p:nvSpPr>
        <p:spPr>
          <a:xfrm>
            <a:off x="9692640" y="3154680"/>
            <a:ext cx="274320" cy="274320"/>
          </a:xfrm>
          <a:prstGeom prst="ellipse">
            <a:avLst/>
          </a:prstGeom>
          <a:solidFill>
            <a:srgbClr val="A61C46"/>
          </a:solidFill>
          <a:ln/>
        </p:spPr>
      </p:sp>
      <p:sp>
        <p:nvSpPr>
          <p:cNvPr id="22" name="Text 20"/>
          <p:cNvSpPr/>
          <p:nvPr/>
        </p:nvSpPr>
        <p:spPr>
          <a:xfrm>
            <a:off x="8183880" y="352044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مستشفى المواساة</a:t>
            </a:r>
            <a:endParaRPr lang="en-US" dirty="0"/>
          </a:p>
        </p:txBody>
      </p:sp>
      <p:sp>
        <p:nvSpPr>
          <p:cNvPr id="23" name="Shape 21"/>
          <p:cNvSpPr/>
          <p:nvPr/>
        </p:nvSpPr>
        <p:spPr>
          <a:xfrm>
            <a:off x="548640" y="443484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4" name="Shape 22"/>
          <p:cNvSpPr/>
          <p:nvPr/>
        </p:nvSpPr>
        <p:spPr>
          <a:xfrm>
            <a:off x="2194560" y="4572000"/>
            <a:ext cx="274320" cy="274320"/>
          </a:xfrm>
          <a:prstGeom prst="ellipse">
            <a:avLst/>
          </a:prstGeom>
          <a:solidFill>
            <a:srgbClr val="A61C46"/>
          </a:solidFill>
          <a:ln/>
        </p:spPr>
      </p:sp>
      <p:sp>
        <p:nvSpPr>
          <p:cNvPr id="25" name="Text 23"/>
          <p:cNvSpPr/>
          <p:nvPr/>
        </p:nvSpPr>
        <p:spPr>
          <a:xfrm>
            <a:off x="685800" y="493776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مستشفى المدينة الوطني</a:t>
            </a:r>
            <a:endParaRPr lang="en-US" dirty="0"/>
          </a:p>
        </p:txBody>
      </p:sp>
      <p:sp>
        <p:nvSpPr>
          <p:cNvPr id="26" name="Shape 24"/>
          <p:cNvSpPr/>
          <p:nvPr/>
        </p:nvSpPr>
        <p:spPr>
          <a:xfrm>
            <a:off x="4297680" y="443484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7" name="Shape 25"/>
          <p:cNvSpPr/>
          <p:nvPr/>
        </p:nvSpPr>
        <p:spPr>
          <a:xfrm>
            <a:off x="5943600" y="4572000"/>
            <a:ext cx="274320" cy="274320"/>
          </a:xfrm>
          <a:prstGeom prst="ellipse">
            <a:avLst/>
          </a:prstGeom>
          <a:solidFill>
            <a:srgbClr val="A61C46"/>
          </a:solidFill>
          <a:ln/>
        </p:spPr>
      </p:sp>
      <p:sp>
        <p:nvSpPr>
          <p:cNvPr id="28" name="Text 26"/>
          <p:cNvSpPr/>
          <p:nvPr/>
        </p:nvSpPr>
        <p:spPr>
          <a:xfrm>
            <a:off x="4434840" y="4937760"/>
            <a:ext cx="3291840" cy="640080"/>
          </a:xfrm>
          <a:prstGeom prst="rect">
            <a:avLst/>
          </a:prstGeom>
          <a:noFill/>
          <a:ln/>
        </p:spPr>
        <p:txBody>
          <a:bodyPr wrap="square" rtlCol="0" anchor="t"/>
          <a:lstStyle/>
          <a:p>
            <a:pPr marL="0" indent="0" algn="ctr" rtl="1">
              <a:buNone/>
            </a:pPr>
            <a:r>
              <a:rPr lang="en-US" b="1" dirty="0">
                <a:solidFill>
                  <a:srgbClr val="1A1A1A"/>
                </a:solidFill>
                <a:latin typeface="Arial" pitchFamily="34" charset="0"/>
                <a:ea typeface="Arial" pitchFamily="34" charset="-122"/>
                <a:cs typeface="Arial" pitchFamily="34" charset="-120"/>
              </a:rPr>
              <a:t>مستشفى المدينة الطبي</a:t>
            </a:r>
            <a:endParaRPr lang="en-US" dirty="0"/>
          </a:p>
        </p:txBody>
      </p:sp>
      <p:sp>
        <p:nvSpPr>
          <p:cNvPr id="29" name="Shape 27"/>
          <p:cNvSpPr/>
          <p:nvPr/>
        </p:nvSpPr>
        <p:spPr>
          <a:xfrm>
            <a:off x="8046720" y="4434840"/>
            <a:ext cx="3566160" cy="1234440"/>
          </a:xfrm>
          <a:prstGeom prst="flowChartPreparation">
            <a:avLst/>
          </a:prstGeom>
          <a:solidFill>
            <a:srgbClr val="FFFFFF"/>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30" name="Shape 28"/>
          <p:cNvSpPr/>
          <p:nvPr/>
        </p:nvSpPr>
        <p:spPr>
          <a:xfrm>
            <a:off x="9692640" y="4572000"/>
            <a:ext cx="274320" cy="274320"/>
          </a:xfrm>
          <a:prstGeom prst="ellipse">
            <a:avLst/>
          </a:prstGeom>
          <a:solidFill>
            <a:srgbClr val="A61C46"/>
          </a:solidFill>
          <a:ln/>
        </p:spPr>
      </p:sp>
      <p:sp>
        <p:nvSpPr>
          <p:cNvPr id="31" name="Text 29"/>
          <p:cNvSpPr/>
          <p:nvPr/>
        </p:nvSpPr>
        <p:spPr>
          <a:xfrm>
            <a:off x="8183880" y="4937760"/>
            <a:ext cx="3291840" cy="640080"/>
          </a:xfrm>
          <a:prstGeom prst="rect">
            <a:avLst/>
          </a:prstGeom>
          <a:noFill/>
          <a:ln/>
        </p:spPr>
        <p:txBody>
          <a:bodyPr wrap="square" rtlCol="0" anchor="t"/>
          <a:lstStyle/>
          <a:p>
            <a:pPr marL="0" indent="0" algn="ctr" rtl="1">
              <a:buNone/>
            </a:pPr>
            <a:r>
              <a:rPr lang="ar-SA" b="1" dirty="0">
                <a:solidFill>
                  <a:srgbClr val="1A1A1A"/>
                </a:solidFill>
                <a:latin typeface="Arial" pitchFamily="34" charset="0"/>
                <a:ea typeface="Arial" pitchFamily="34" charset="-122"/>
                <a:cs typeface="Arial" pitchFamily="34" charset="-120"/>
              </a:rPr>
              <a:t>مستشفى</a:t>
            </a:r>
            <a:r>
              <a:rPr lang="en-US" b="1" dirty="0">
                <a:solidFill>
                  <a:srgbClr val="1A1A1A"/>
                </a:solidFill>
                <a:latin typeface="Arial" pitchFamily="34" charset="0"/>
                <a:ea typeface="Arial" pitchFamily="34" charset="-122"/>
                <a:cs typeface="Arial" pitchFamily="34" charset="-120"/>
              </a:rPr>
              <a:t> واد </a:t>
            </a:r>
            <a:r>
              <a:rPr lang="ar-SA" b="1" dirty="0">
                <a:solidFill>
                  <a:srgbClr val="1A1A1A"/>
                </a:solidFill>
                <a:latin typeface="Arial" pitchFamily="34" charset="0"/>
                <a:ea typeface="Arial" pitchFamily="34" charset="-122"/>
                <a:cs typeface="Arial" pitchFamily="34" charset="-120"/>
              </a:rPr>
              <a:t>الطبي</a:t>
            </a:r>
            <a:endParaRPr lang="en-US" dirty="0"/>
          </a:p>
        </p:txBody>
      </p:sp>
      <p:sp>
        <p:nvSpPr>
          <p:cNvPr id="32" name="Text 30"/>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33" name="Text 3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11</a:t>
            </a:r>
            <a:endParaRPr lang="en-US" sz="900" dirty="0"/>
          </a:p>
        </p:txBody>
      </p:sp>
      <p:pic>
        <p:nvPicPr>
          <p:cNvPr id="34" name="Picture 16">
            <a:extLst>
              <a:ext uri="{FF2B5EF4-FFF2-40B4-BE49-F238E27FC236}">
                <a16:creationId xmlns:a16="http://schemas.microsoft.com/office/drawing/2014/main" id="{FB4DD1DF-FF4C-4EFD-9496-BC5DDBEFF461}"/>
              </a:ext>
            </a:extLst>
          </p:cNvPr>
          <p:cNvPicPr/>
          <p:nvPr/>
        </p:nvPicPr>
        <p:blipFill>
          <a:blip r:embed="rId3">
            <a:extLst>
              <a:ext uri="{28A0092B-C50C-407E-A947-70E740481C1C}">
                <a14:useLocalDpi xmlns:a14="http://schemas.microsoft.com/office/drawing/2010/main" val="0"/>
              </a:ext>
            </a:extLst>
          </a:blip>
          <a:stretch>
            <a:fillRect/>
          </a:stretch>
        </p:blipFill>
        <p:spPr>
          <a:xfrm>
            <a:off x="-15240" y="5669280"/>
            <a:ext cx="12192000" cy="12344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رابعاً: النمو المؤسسي</a:t>
            </a:r>
            <a:endParaRPr lang="en-US" sz="1400" dirty="0"/>
          </a:p>
        </p:txBody>
      </p:sp>
      <p:sp>
        <p:nvSpPr>
          <p:cNvPr id="3" name="Text 1"/>
          <p:cNvSpPr/>
          <p:nvPr/>
        </p:nvSpPr>
        <p:spPr>
          <a:xfrm>
            <a:off x="2148840" y="411480"/>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الموارد البشرية والنمو المؤسسي</a:t>
            </a:r>
            <a:endParaRPr lang="en-US" sz="2800" dirty="0">
              <a:solidFill>
                <a:schemeClr val="bg1"/>
              </a:solidFill>
            </a:endParaRPr>
          </a:p>
        </p:txBody>
      </p:sp>
      <p:sp>
        <p:nvSpPr>
          <p:cNvPr id="4" name="Shape 2"/>
          <p:cNvSpPr/>
          <p:nvPr/>
        </p:nvSpPr>
        <p:spPr>
          <a:xfrm>
            <a:off x="548640" y="1325880"/>
            <a:ext cx="5440680" cy="11887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5" name="Shape 3"/>
          <p:cNvSpPr/>
          <p:nvPr/>
        </p:nvSpPr>
        <p:spPr>
          <a:xfrm>
            <a:off x="731520" y="1508760"/>
            <a:ext cx="457200" cy="457200"/>
          </a:xfrm>
          <a:prstGeom prst="ellipse">
            <a:avLst/>
          </a:prstGeom>
          <a:solidFill>
            <a:srgbClr val="A61C46"/>
          </a:solidFill>
          <a:ln/>
        </p:spPr>
      </p:sp>
      <p:sp>
        <p:nvSpPr>
          <p:cNvPr id="6" name="Text 4"/>
          <p:cNvSpPr/>
          <p:nvPr/>
        </p:nvSpPr>
        <p:spPr>
          <a:xfrm>
            <a:off x="731520" y="150876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1</a:t>
            </a:r>
            <a:endParaRPr lang="en-US" sz="1600" dirty="0">
              <a:solidFill>
                <a:schemeClr val="bg1"/>
              </a:solidFill>
            </a:endParaRPr>
          </a:p>
        </p:txBody>
      </p:sp>
      <p:sp>
        <p:nvSpPr>
          <p:cNvPr id="7" name="Text 5"/>
          <p:cNvSpPr/>
          <p:nvPr/>
        </p:nvSpPr>
        <p:spPr>
          <a:xfrm>
            <a:off x="1325880" y="1417320"/>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الكادر الوظيفي</a:t>
            </a:r>
            <a:endParaRPr lang="en-US" sz="1400" dirty="0"/>
          </a:p>
        </p:txBody>
      </p:sp>
      <p:sp>
        <p:nvSpPr>
          <p:cNvPr id="8" name="Text 6"/>
          <p:cNvSpPr/>
          <p:nvPr/>
        </p:nvSpPr>
        <p:spPr>
          <a:xfrm>
            <a:off x="1325880" y="1764792"/>
            <a:ext cx="4480560" cy="320040"/>
          </a:xfrm>
          <a:prstGeom prst="rect">
            <a:avLst/>
          </a:prstGeom>
          <a:noFill/>
          <a:ln/>
        </p:spPr>
        <p:txBody>
          <a:bodyPr wrap="square" rtlCol="0" anchor="ctr"/>
          <a:lstStyle/>
          <a:p>
            <a:pPr marL="0" indent="0" algn="r" rtl="1">
              <a:buNone/>
            </a:pPr>
            <a:r>
              <a:rPr lang="en-US" sz="1400" b="1" dirty="0" err="1">
                <a:latin typeface="Arial" pitchFamily="34" charset="0"/>
                <a:ea typeface="Arial" pitchFamily="34" charset="-122"/>
                <a:cs typeface="Arial" pitchFamily="34" charset="-120"/>
              </a:rPr>
              <a:t>موظف</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متعاون واحد </a:t>
            </a:r>
            <a:r>
              <a:rPr lang="en-US" sz="1400" b="1" dirty="0">
                <a:latin typeface="Arial" pitchFamily="34" charset="0"/>
                <a:ea typeface="Arial" pitchFamily="34" charset="-122"/>
                <a:cs typeface="Arial" pitchFamily="34" charset="-120"/>
              </a:rPr>
              <a:t> 2025</a:t>
            </a:r>
            <a:r>
              <a:rPr lang="ar-SA" sz="1400" b="1" dirty="0">
                <a:latin typeface="Arial" pitchFamily="34" charset="0"/>
                <a:ea typeface="Arial" pitchFamily="34" charset="-122"/>
                <a:cs typeface="Arial" pitchFamily="34" charset="-120"/>
              </a:rPr>
              <a:t>م</a:t>
            </a:r>
            <a:endParaRPr lang="en-US" sz="1400" b="1" dirty="0"/>
          </a:p>
        </p:txBody>
      </p:sp>
      <p:sp>
        <p:nvSpPr>
          <p:cNvPr id="9" name="Text 7"/>
          <p:cNvSpPr/>
          <p:nvPr/>
        </p:nvSpPr>
        <p:spPr>
          <a:xfrm>
            <a:off x="1325880" y="2075688"/>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3 موظفين + متعاون </a:t>
            </a:r>
            <a:r>
              <a:rPr lang="en-US" sz="1400" b="1" dirty="0" err="1">
                <a:latin typeface="Arial" pitchFamily="34" charset="0"/>
                <a:ea typeface="Arial" pitchFamily="34" charset="-122"/>
                <a:cs typeface="Arial" pitchFamily="34" charset="-120"/>
              </a:rPr>
              <a:t>واحد</a:t>
            </a:r>
            <a:r>
              <a:rPr lang="en-US" sz="1400" b="1" dirty="0">
                <a:latin typeface="Arial" pitchFamily="34" charset="0"/>
                <a:ea typeface="Arial" pitchFamily="34" charset="-122"/>
                <a:cs typeface="Arial" pitchFamily="34" charset="-120"/>
              </a:rPr>
              <a:t>  2026</a:t>
            </a:r>
            <a:r>
              <a:rPr lang="ar-SA" sz="1400" b="1" dirty="0">
                <a:latin typeface="Arial" pitchFamily="34" charset="0"/>
                <a:ea typeface="Arial" pitchFamily="34" charset="-122"/>
                <a:cs typeface="Arial" pitchFamily="34" charset="-120"/>
              </a:rPr>
              <a:t>م</a:t>
            </a:r>
            <a:endParaRPr lang="en-US" sz="1400" dirty="0"/>
          </a:p>
        </p:txBody>
      </p:sp>
      <p:sp>
        <p:nvSpPr>
          <p:cNvPr id="10" name="Shape 8"/>
          <p:cNvSpPr/>
          <p:nvPr/>
        </p:nvSpPr>
        <p:spPr>
          <a:xfrm>
            <a:off x="6202682" y="1325880"/>
            <a:ext cx="5440680" cy="11887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11" name="Shape 9"/>
          <p:cNvSpPr/>
          <p:nvPr/>
        </p:nvSpPr>
        <p:spPr>
          <a:xfrm>
            <a:off x="6446520" y="1508760"/>
            <a:ext cx="457200" cy="457200"/>
          </a:xfrm>
          <a:prstGeom prst="ellipse">
            <a:avLst/>
          </a:prstGeom>
          <a:solidFill>
            <a:srgbClr val="A61C46"/>
          </a:solidFill>
          <a:ln/>
        </p:spPr>
      </p:sp>
      <p:sp>
        <p:nvSpPr>
          <p:cNvPr id="12" name="Text 10"/>
          <p:cNvSpPr/>
          <p:nvPr/>
        </p:nvSpPr>
        <p:spPr>
          <a:xfrm>
            <a:off x="6446520" y="150876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2</a:t>
            </a:r>
            <a:endParaRPr lang="en-US" sz="1600" dirty="0">
              <a:solidFill>
                <a:schemeClr val="bg1"/>
              </a:solidFill>
            </a:endParaRPr>
          </a:p>
        </p:txBody>
      </p:sp>
      <p:sp>
        <p:nvSpPr>
          <p:cNvPr id="13" name="Text 11"/>
          <p:cNvSpPr/>
          <p:nvPr/>
        </p:nvSpPr>
        <p:spPr>
          <a:xfrm>
            <a:off x="7040880" y="1417320"/>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البرامج التشغيلية</a:t>
            </a:r>
            <a:endParaRPr lang="en-US" sz="1400" dirty="0"/>
          </a:p>
        </p:txBody>
      </p:sp>
      <p:sp>
        <p:nvSpPr>
          <p:cNvPr id="14" name="Text 12"/>
          <p:cNvSpPr/>
          <p:nvPr/>
        </p:nvSpPr>
        <p:spPr>
          <a:xfrm>
            <a:off x="7040880" y="1764792"/>
            <a:ext cx="4480560" cy="320040"/>
          </a:xfrm>
          <a:prstGeom prst="rect">
            <a:avLst/>
          </a:prstGeom>
          <a:noFill/>
          <a:ln/>
        </p:spPr>
        <p:txBody>
          <a:bodyPr wrap="square" rtlCol="0" anchor="ctr"/>
          <a:lstStyle/>
          <a:p>
            <a:pPr algn="r" rtl="1"/>
            <a:r>
              <a:rPr lang="en-US" sz="1400" b="1" dirty="0">
                <a:latin typeface="Arial" pitchFamily="34" charset="0"/>
                <a:ea typeface="Arial" pitchFamily="34" charset="-122"/>
                <a:cs typeface="Arial" pitchFamily="34" charset="-120"/>
              </a:rPr>
              <a:t>برنامج </a:t>
            </a:r>
            <a:r>
              <a:rPr lang="en-US" sz="1400" b="1" dirty="0" err="1">
                <a:latin typeface="Arial" pitchFamily="34" charset="0"/>
                <a:ea typeface="Arial" pitchFamily="34" charset="-122"/>
                <a:cs typeface="Arial" pitchFamily="34" charset="-120"/>
              </a:rPr>
              <a:t>واحد</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جودة</a:t>
            </a:r>
            <a:r>
              <a:rPr lang="en-US" sz="1400" b="1" dirty="0">
                <a:latin typeface="Arial" pitchFamily="34" charset="0"/>
                <a:ea typeface="Arial" pitchFamily="34" charset="-122"/>
                <a:cs typeface="Arial" pitchFamily="34" charset="-120"/>
              </a:rPr>
              <a:t> حياة2025  :</a:t>
            </a:r>
            <a:r>
              <a:rPr lang="ar-SA" sz="1400" b="1" dirty="0">
                <a:latin typeface="Arial" pitchFamily="34" charset="0"/>
                <a:ea typeface="Arial" pitchFamily="34" charset="-122"/>
                <a:cs typeface="Arial" pitchFamily="34" charset="-120"/>
              </a:rPr>
              <a:t>م</a:t>
            </a:r>
            <a:endParaRPr lang="en-US" sz="1400" b="1" dirty="0"/>
          </a:p>
        </p:txBody>
      </p:sp>
      <p:sp>
        <p:nvSpPr>
          <p:cNvPr id="15" name="Text 13"/>
          <p:cNvSpPr/>
          <p:nvPr/>
        </p:nvSpPr>
        <p:spPr>
          <a:xfrm>
            <a:off x="7040880" y="2075688"/>
            <a:ext cx="4480560" cy="320040"/>
          </a:xfrm>
          <a:prstGeom prst="rect">
            <a:avLst/>
          </a:prstGeom>
          <a:noFill/>
          <a:ln/>
        </p:spPr>
        <p:txBody>
          <a:bodyPr wrap="square" rtlCol="0" anchor="ctr"/>
          <a:lstStyle/>
          <a:p>
            <a:pPr marL="0" indent="0" algn="r" rtl="1">
              <a:buNone/>
            </a:pPr>
            <a:r>
              <a:rPr lang="en-US" sz="1400" b="1" dirty="0" err="1">
                <a:latin typeface="Arial" pitchFamily="34" charset="0"/>
                <a:ea typeface="Arial" pitchFamily="34" charset="-122"/>
                <a:cs typeface="Arial" pitchFamily="34" charset="-120"/>
              </a:rPr>
              <a:t>برنامجان</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جودة</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حياة</a:t>
            </a:r>
            <a:r>
              <a:rPr lang="en-US" sz="1400" b="1" dirty="0">
                <a:latin typeface="Arial" pitchFamily="34" charset="0"/>
                <a:ea typeface="Arial" pitchFamily="34" charset="-122"/>
                <a:cs typeface="Arial" pitchFamily="34" charset="-120"/>
              </a:rPr>
              <a:t>  + </a:t>
            </a:r>
            <a:r>
              <a:rPr lang="en-US" sz="1400" b="1" dirty="0" err="1">
                <a:latin typeface="Arial" pitchFamily="34" charset="0"/>
                <a:ea typeface="Arial" pitchFamily="34" charset="-122"/>
                <a:cs typeface="Arial" pitchFamily="34" charset="-120"/>
              </a:rPr>
              <a:t>وعي</a:t>
            </a:r>
            <a:r>
              <a:rPr lang="en-US" sz="1400" b="1" dirty="0">
                <a:latin typeface="Arial" pitchFamily="34" charset="0"/>
                <a:ea typeface="Arial" pitchFamily="34" charset="-122"/>
                <a:cs typeface="Arial" pitchFamily="34" charset="-120"/>
              </a:rPr>
              <a:t>  2026</a:t>
            </a:r>
            <a:r>
              <a:rPr lang="ar-SA" sz="1400" b="1" dirty="0">
                <a:latin typeface="Arial" pitchFamily="34" charset="0"/>
                <a:ea typeface="Arial" pitchFamily="34" charset="-122"/>
                <a:cs typeface="Arial" pitchFamily="34" charset="-120"/>
              </a:rPr>
              <a:t>م</a:t>
            </a:r>
            <a:endParaRPr lang="en-US" sz="1400" dirty="0"/>
          </a:p>
        </p:txBody>
      </p:sp>
      <p:sp>
        <p:nvSpPr>
          <p:cNvPr id="16" name="Shape 14"/>
          <p:cNvSpPr/>
          <p:nvPr/>
        </p:nvSpPr>
        <p:spPr>
          <a:xfrm>
            <a:off x="548640" y="2743200"/>
            <a:ext cx="5440680" cy="11887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7" name="Shape 15"/>
          <p:cNvSpPr/>
          <p:nvPr/>
        </p:nvSpPr>
        <p:spPr>
          <a:xfrm>
            <a:off x="731520" y="2926080"/>
            <a:ext cx="457200" cy="457200"/>
          </a:xfrm>
          <a:prstGeom prst="ellipse">
            <a:avLst/>
          </a:prstGeom>
          <a:solidFill>
            <a:srgbClr val="A61C46"/>
          </a:solidFill>
          <a:ln/>
        </p:spPr>
      </p:sp>
      <p:sp>
        <p:nvSpPr>
          <p:cNvPr id="18" name="Text 16"/>
          <p:cNvSpPr/>
          <p:nvPr/>
        </p:nvSpPr>
        <p:spPr>
          <a:xfrm>
            <a:off x="731520" y="292608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3</a:t>
            </a:r>
            <a:endParaRPr lang="en-US" sz="1600" dirty="0">
              <a:solidFill>
                <a:schemeClr val="bg1"/>
              </a:solidFill>
            </a:endParaRPr>
          </a:p>
        </p:txBody>
      </p:sp>
      <p:sp>
        <p:nvSpPr>
          <p:cNvPr id="19" name="Text 17"/>
          <p:cNvSpPr/>
          <p:nvPr/>
        </p:nvSpPr>
        <p:spPr>
          <a:xfrm>
            <a:off x="1325880" y="2834640"/>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الدورات التدريبية</a:t>
            </a:r>
            <a:endParaRPr lang="en-US" sz="1400" dirty="0"/>
          </a:p>
        </p:txBody>
      </p:sp>
      <p:sp>
        <p:nvSpPr>
          <p:cNvPr id="20" name="Text 18"/>
          <p:cNvSpPr/>
          <p:nvPr/>
        </p:nvSpPr>
        <p:spPr>
          <a:xfrm>
            <a:off x="1325880" y="3182112"/>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غير </a:t>
            </a:r>
            <a:r>
              <a:rPr lang="en-US" sz="1400" b="1" dirty="0" err="1">
                <a:latin typeface="Arial" pitchFamily="34" charset="0"/>
                <a:ea typeface="Arial" pitchFamily="34" charset="-122"/>
                <a:cs typeface="Arial" pitchFamily="34" charset="-120"/>
              </a:rPr>
              <a:t>مسجّلة</a:t>
            </a:r>
            <a:r>
              <a:rPr lang="en-US" sz="1400" b="1" dirty="0">
                <a:latin typeface="Arial" pitchFamily="34" charset="0"/>
                <a:ea typeface="Arial" pitchFamily="34" charset="-122"/>
                <a:cs typeface="Arial" pitchFamily="34" charset="-120"/>
              </a:rPr>
              <a:t> 2025</a:t>
            </a:r>
            <a:r>
              <a:rPr lang="ar-SA" sz="1400" b="1" dirty="0">
                <a:latin typeface="Arial" pitchFamily="34" charset="0"/>
                <a:ea typeface="Arial" pitchFamily="34" charset="-122"/>
                <a:cs typeface="Arial" pitchFamily="34" charset="-120"/>
              </a:rPr>
              <a:t>م</a:t>
            </a:r>
            <a:endParaRPr lang="en-US" sz="1400" b="1" dirty="0"/>
          </a:p>
        </p:txBody>
      </p:sp>
      <p:sp>
        <p:nvSpPr>
          <p:cNvPr id="21" name="Text 19"/>
          <p:cNvSpPr/>
          <p:nvPr/>
        </p:nvSpPr>
        <p:spPr>
          <a:xfrm>
            <a:off x="1325880" y="3493008"/>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8 دورات تدريبية </a:t>
            </a:r>
            <a:r>
              <a:rPr lang="en-US" sz="1400" b="1" dirty="0" err="1">
                <a:latin typeface="Arial" pitchFamily="34" charset="0"/>
                <a:ea typeface="Arial" pitchFamily="34" charset="-122"/>
                <a:cs typeface="Arial" pitchFamily="34" charset="-120"/>
              </a:rPr>
              <a:t>للكادر</a:t>
            </a:r>
            <a:r>
              <a:rPr lang="en-US" sz="1400" b="1" dirty="0">
                <a:latin typeface="Arial" pitchFamily="34" charset="0"/>
                <a:ea typeface="Arial" pitchFamily="34" charset="-122"/>
                <a:cs typeface="Arial" pitchFamily="34" charset="-120"/>
              </a:rPr>
              <a:t>  2026</a:t>
            </a:r>
            <a:r>
              <a:rPr lang="ar-SA" sz="1400" b="1" dirty="0">
                <a:latin typeface="Arial" pitchFamily="34" charset="0"/>
                <a:ea typeface="Arial" pitchFamily="34" charset="-122"/>
                <a:cs typeface="Arial" pitchFamily="34" charset="-120"/>
              </a:rPr>
              <a:t>م استفاد منها عدد (2) موظفين </a:t>
            </a:r>
            <a:endParaRPr lang="en-US" sz="1400" dirty="0"/>
          </a:p>
        </p:txBody>
      </p:sp>
      <p:sp>
        <p:nvSpPr>
          <p:cNvPr id="22" name="Shape 20"/>
          <p:cNvSpPr/>
          <p:nvPr/>
        </p:nvSpPr>
        <p:spPr>
          <a:xfrm>
            <a:off x="6263640" y="2743200"/>
            <a:ext cx="5440680" cy="1206042"/>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23" name="Shape 21"/>
          <p:cNvSpPr/>
          <p:nvPr/>
        </p:nvSpPr>
        <p:spPr>
          <a:xfrm>
            <a:off x="6446520" y="2926080"/>
            <a:ext cx="457200" cy="457200"/>
          </a:xfrm>
          <a:prstGeom prst="ellipse">
            <a:avLst/>
          </a:prstGeom>
          <a:solidFill>
            <a:srgbClr val="A61C46"/>
          </a:solidFill>
          <a:ln/>
        </p:spPr>
      </p:sp>
      <p:sp>
        <p:nvSpPr>
          <p:cNvPr id="24" name="Text 22"/>
          <p:cNvSpPr/>
          <p:nvPr/>
        </p:nvSpPr>
        <p:spPr>
          <a:xfrm>
            <a:off x="6446520" y="292608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4</a:t>
            </a:r>
            <a:endParaRPr lang="en-US" sz="1600" dirty="0">
              <a:solidFill>
                <a:schemeClr val="bg1"/>
              </a:solidFill>
            </a:endParaRPr>
          </a:p>
        </p:txBody>
      </p:sp>
      <p:sp>
        <p:nvSpPr>
          <p:cNvPr id="25" name="Text 23"/>
          <p:cNvSpPr/>
          <p:nvPr/>
        </p:nvSpPr>
        <p:spPr>
          <a:xfrm>
            <a:off x="7040880" y="2825496"/>
            <a:ext cx="4419600" cy="265176"/>
          </a:xfrm>
          <a:prstGeom prst="rect">
            <a:avLst/>
          </a:prstGeom>
          <a:noFill/>
          <a:ln/>
        </p:spPr>
        <p:txBody>
          <a:bodyPr wrap="square" rtlCol="0" anchor="ctr"/>
          <a:lstStyle/>
          <a:p>
            <a:pPr marL="0" indent="0" algn="r" rtl="1">
              <a:buNone/>
            </a:pPr>
            <a:r>
              <a:rPr lang="ar-SA" sz="1400" b="1" dirty="0">
                <a:latin typeface="Arial" pitchFamily="34" charset="0"/>
                <a:cs typeface="Arial" pitchFamily="34" charset="-120"/>
              </a:rPr>
              <a:t>النظام والإداري </a:t>
            </a:r>
            <a:endParaRPr lang="en-US" sz="1400" dirty="0"/>
          </a:p>
        </p:txBody>
      </p:sp>
      <p:sp>
        <p:nvSpPr>
          <p:cNvPr id="26" name="Text 24"/>
          <p:cNvSpPr/>
          <p:nvPr/>
        </p:nvSpPr>
        <p:spPr>
          <a:xfrm>
            <a:off x="7040880" y="3064206"/>
            <a:ext cx="4480560" cy="383083"/>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لا يوجد </a:t>
            </a:r>
            <a:r>
              <a:rPr lang="en-US" sz="1400" b="1" dirty="0" err="1">
                <a:latin typeface="Arial" pitchFamily="34" charset="0"/>
                <a:ea typeface="Arial" pitchFamily="34" charset="-122"/>
                <a:cs typeface="Arial" pitchFamily="34" charset="-120"/>
              </a:rPr>
              <a:t>نظام</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أرشفة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ولا اتصالات إدارية ولا مالي ولا نظام حضور وانصراف  </a:t>
            </a:r>
            <a:r>
              <a:rPr lang="en-US" sz="1400" b="1" dirty="0">
                <a:latin typeface="Arial" pitchFamily="34" charset="0"/>
                <a:ea typeface="Arial" pitchFamily="34" charset="-122"/>
                <a:cs typeface="Arial" pitchFamily="34" charset="-120"/>
              </a:rPr>
              <a:t>2025</a:t>
            </a:r>
            <a:r>
              <a:rPr lang="ar-SA" sz="1400" b="1" dirty="0">
                <a:latin typeface="Arial" pitchFamily="34" charset="0"/>
                <a:ea typeface="Arial" pitchFamily="34" charset="-122"/>
                <a:cs typeface="Arial" pitchFamily="34" charset="-120"/>
              </a:rPr>
              <a:t>م</a:t>
            </a:r>
            <a:endParaRPr lang="en-US" sz="1400" b="1" dirty="0"/>
          </a:p>
        </p:txBody>
      </p:sp>
      <p:sp>
        <p:nvSpPr>
          <p:cNvPr id="27" name="Text 25"/>
          <p:cNvSpPr/>
          <p:nvPr/>
        </p:nvSpPr>
        <p:spPr>
          <a:xfrm>
            <a:off x="7040880" y="3493008"/>
            <a:ext cx="4480560" cy="383083"/>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أرشفة ورقية </a:t>
            </a:r>
            <a:r>
              <a:rPr lang="en-US" sz="1400" b="1" dirty="0" err="1">
                <a:latin typeface="Arial" pitchFamily="34" charset="0"/>
                <a:ea typeface="Arial" pitchFamily="34" charset="-122"/>
                <a:cs typeface="Arial" pitchFamily="34" charset="-120"/>
              </a:rPr>
              <a:t>وإلكترونية</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كاملة</a:t>
            </a:r>
            <a:r>
              <a:rPr lang="en-US" sz="1400" b="1" dirty="0">
                <a:latin typeface="Arial" pitchFamily="34" charset="0"/>
                <a:ea typeface="Arial" pitchFamily="34" charset="-122"/>
                <a:cs typeface="Arial" pitchFamily="34" charset="-120"/>
              </a:rPr>
              <a:t>)</a:t>
            </a:r>
            <a:r>
              <a:rPr lang="ar-SA" sz="1400" b="1" dirty="0">
                <a:latin typeface="Arial" pitchFamily="34" charset="0"/>
                <a:ea typeface="Arial" pitchFamily="34" charset="-122"/>
                <a:cs typeface="Arial" pitchFamily="34" charset="-120"/>
              </a:rPr>
              <a:t>أنشاء برنامج صادر و وارد)</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انشاء نظام موارد البشرية </a:t>
            </a:r>
            <a:r>
              <a:rPr lang="en-US" sz="1400" b="1" dirty="0">
                <a:latin typeface="Arial" pitchFamily="34" charset="0"/>
                <a:ea typeface="Arial" pitchFamily="34" charset="-122"/>
                <a:cs typeface="Arial" pitchFamily="34" charset="-120"/>
              </a:rPr>
              <a:t>2026</a:t>
            </a:r>
            <a:r>
              <a:rPr lang="ar-SA" sz="1400" b="1" dirty="0">
                <a:latin typeface="Arial" pitchFamily="34" charset="0"/>
                <a:ea typeface="Arial" pitchFamily="34" charset="-122"/>
                <a:cs typeface="Arial" pitchFamily="34" charset="-120"/>
              </a:rPr>
              <a:t>م</a:t>
            </a:r>
            <a:endParaRPr lang="en-US" sz="1400" b="1" dirty="0"/>
          </a:p>
        </p:txBody>
      </p:sp>
      <p:sp>
        <p:nvSpPr>
          <p:cNvPr id="28" name="Shape 26"/>
          <p:cNvSpPr/>
          <p:nvPr/>
        </p:nvSpPr>
        <p:spPr>
          <a:xfrm>
            <a:off x="548640" y="4160520"/>
            <a:ext cx="5440680" cy="11887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ar-SA" dirty="0"/>
          </a:p>
        </p:txBody>
      </p:sp>
      <p:sp>
        <p:nvSpPr>
          <p:cNvPr id="29" name="Shape 27"/>
          <p:cNvSpPr/>
          <p:nvPr/>
        </p:nvSpPr>
        <p:spPr>
          <a:xfrm>
            <a:off x="731520" y="4343400"/>
            <a:ext cx="457200" cy="457200"/>
          </a:xfrm>
          <a:prstGeom prst="ellipse">
            <a:avLst/>
          </a:prstGeom>
          <a:solidFill>
            <a:srgbClr val="A61C46"/>
          </a:solidFill>
          <a:ln/>
        </p:spPr>
      </p:sp>
      <p:sp>
        <p:nvSpPr>
          <p:cNvPr id="30" name="Text 28"/>
          <p:cNvSpPr/>
          <p:nvPr/>
        </p:nvSpPr>
        <p:spPr>
          <a:xfrm>
            <a:off x="731520" y="434340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5</a:t>
            </a:r>
            <a:endParaRPr lang="en-US" sz="1600" dirty="0">
              <a:solidFill>
                <a:schemeClr val="bg1"/>
              </a:solidFill>
            </a:endParaRPr>
          </a:p>
        </p:txBody>
      </p:sp>
      <p:sp>
        <p:nvSpPr>
          <p:cNvPr id="31" name="Text 29"/>
          <p:cNvSpPr/>
          <p:nvPr/>
        </p:nvSpPr>
        <p:spPr>
          <a:xfrm>
            <a:off x="1325880" y="4251960"/>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الفرص التطوعية</a:t>
            </a:r>
            <a:endParaRPr lang="en-US" sz="1400" dirty="0"/>
          </a:p>
        </p:txBody>
      </p:sp>
      <p:sp>
        <p:nvSpPr>
          <p:cNvPr id="32" name="Text 30"/>
          <p:cNvSpPr/>
          <p:nvPr/>
        </p:nvSpPr>
        <p:spPr>
          <a:xfrm>
            <a:off x="1325880" y="4599432"/>
            <a:ext cx="4480560" cy="320040"/>
          </a:xfrm>
          <a:prstGeom prst="rect">
            <a:avLst/>
          </a:prstGeom>
          <a:noFill/>
          <a:ln/>
        </p:spPr>
        <p:txBody>
          <a:bodyPr wrap="square" rtlCol="0" anchor="ctr"/>
          <a:lstStyle/>
          <a:p>
            <a:pPr marL="0" indent="0" algn="r" rtl="1">
              <a:buNone/>
            </a:pPr>
            <a:r>
              <a:rPr lang="en-US" sz="1400" b="1" dirty="0"/>
              <a:t>108 </a:t>
            </a:r>
            <a:r>
              <a:rPr lang="ar-SA" sz="1400" b="1" dirty="0"/>
              <a:t>فرص خلال </a:t>
            </a:r>
            <a:r>
              <a:rPr lang="en-US" sz="1400" b="1" dirty="0"/>
              <a:t>2025</a:t>
            </a:r>
            <a:r>
              <a:rPr lang="ar-SA" sz="1400" b="1" dirty="0"/>
              <a:t>م</a:t>
            </a:r>
            <a:endParaRPr lang="en-US" sz="1400" b="1" dirty="0"/>
          </a:p>
        </p:txBody>
      </p:sp>
      <p:sp>
        <p:nvSpPr>
          <p:cNvPr id="33" name="Text 31"/>
          <p:cNvSpPr/>
          <p:nvPr/>
        </p:nvSpPr>
        <p:spPr>
          <a:xfrm>
            <a:off x="1325880" y="4910328"/>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 4 </a:t>
            </a:r>
            <a:r>
              <a:rPr lang="en-US" sz="1400" b="1" dirty="0" err="1">
                <a:latin typeface="Arial" pitchFamily="34" charset="0"/>
                <a:ea typeface="Arial" pitchFamily="34" charset="-122"/>
                <a:cs typeface="Arial" pitchFamily="34" charset="-120"/>
              </a:rPr>
              <a:t>فرص</a:t>
            </a:r>
            <a:r>
              <a:rPr lang="en-US" sz="1400" b="1" dirty="0">
                <a:latin typeface="Arial" pitchFamily="34" charset="0"/>
                <a:ea typeface="Arial" pitchFamily="34" charset="-122"/>
                <a:cs typeface="Arial" pitchFamily="34" charset="-120"/>
              </a:rPr>
              <a:t> خلال الفترة2026</a:t>
            </a:r>
            <a:r>
              <a:rPr lang="ar-SA" sz="1400" b="1" dirty="0">
                <a:latin typeface="Arial" pitchFamily="34" charset="0"/>
                <a:ea typeface="Arial" pitchFamily="34" charset="-122"/>
                <a:cs typeface="Arial" pitchFamily="34" charset="-120"/>
              </a:rPr>
              <a:t>م</a:t>
            </a:r>
            <a:endParaRPr lang="en-US" sz="1400" dirty="0"/>
          </a:p>
        </p:txBody>
      </p:sp>
      <p:sp>
        <p:nvSpPr>
          <p:cNvPr id="34" name="Shape 32"/>
          <p:cNvSpPr/>
          <p:nvPr/>
        </p:nvSpPr>
        <p:spPr>
          <a:xfrm>
            <a:off x="6263640" y="4160520"/>
            <a:ext cx="5440680" cy="1188720"/>
          </a:xfrm>
          <a:prstGeom prst="flowChartAlternateProcess">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35" name="Shape 33"/>
          <p:cNvSpPr/>
          <p:nvPr/>
        </p:nvSpPr>
        <p:spPr>
          <a:xfrm>
            <a:off x="6446520" y="4343400"/>
            <a:ext cx="457200" cy="457200"/>
          </a:xfrm>
          <a:prstGeom prst="ellipse">
            <a:avLst/>
          </a:prstGeom>
          <a:solidFill>
            <a:srgbClr val="A61C46"/>
          </a:solidFill>
          <a:ln/>
        </p:spPr>
      </p:sp>
      <p:sp>
        <p:nvSpPr>
          <p:cNvPr id="36" name="Text 34"/>
          <p:cNvSpPr/>
          <p:nvPr/>
        </p:nvSpPr>
        <p:spPr>
          <a:xfrm>
            <a:off x="6446520" y="4343400"/>
            <a:ext cx="457200" cy="457200"/>
          </a:xfrm>
          <a:prstGeom prst="rect">
            <a:avLst/>
          </a:prstGeom>
          <a:noFill/>
          <a:ln/>
        </p:spPr>
        <p:txBody>
          <a:bodyPr wrap="square"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6</a:t>
            </a:r>
            <a:endParaRPr lang="en-US" sz="1600" dirty="0">
              <a:solidFill>
                <a:schemeClr val="bg1"/>
              </a:solidFill>
            </a:endParaRPr>
          </a:p>
        </p:txBody>
      </p:sp>
      <p:sp>
        <p:nvSpPr>
          <p:cNvPr id="37" name="Text 35"/>
          <p:cNvSpPr/>
          <p:nvPr/>
        </p:nvSpPr>
        <p:spPr>
          <a:xfrm>
            <a:off x="7040880" y="4279392"/>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نسبة التوطين</a:t>
            </a:r>
            <a:endParaRPr lang="en-US" sz="1400" dirty="0"/>
          </a:p>
        </p:txBody>
      </p:sp>
      <p:sp>
        <p:nvSpPr>
          <p:cNvPr id="38" name="Text 36"/>
          <p:cNvSpPr/>
          <p:nvPr/>
        </p:nvSpPr>
        <p:spPr>
          <a:xfrm>
            <a:off x="7040880" y="4599432"/>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100%</a:t>
            </a:r>
            <a:r>
              <a:rPr lang="en-US" sz="1400" dirty="0">
                <a:latin typeface="Arial" pitchFamily="34" charset="0"/>
                <a:ea typeface="Arial" pitchFamily="34" charset="-122"/>
                <a:cs typeface="Arial" pitchFamily="34" charset="-120"/>
              </a:rPr>
              <a:t>  </a:t>
            </a:r>
            <a:r>
              <a:rPr lang="en-US" sz="1400" b="1" dirty="0">
                <a:latin typeface="Arial" pitchFamily="34" charset="0"/>
                <a:ea typeface="Arial" pitchFamily="34" charset="-122"/>
                <a:cs typeface="Arial" pitchFamily="34" charset="-120"/>
              </a:rPr>
              <a:t>2025</a:t>
            </a:r>
            <a:endParaRPr lang="en-US" sz="1400" b="1" dirty="0"/>
          </a:p>
        </p:txBody>
      </p:sp>
      <p:sp>
        <p:nvSpPr>
          <p:cNvPr id="39" name="Text 37"/>
          <p:cNvSpPr/>
          <p:nvPr/>
        </p:nvSpPr>
        <p:spPr>
          <a:xfrm>
            <a:off x="7040880" y="4910328"/>
            <a:ext cx="4480560" cy="32004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100%  2026</a:t>
            </a:r>
            <a:endParaRPr lang="en-US" sz="1400" dirty="0"/>
          </a:p>
        </p:txBody>
      </p:sp>
      <p:sp>
        <p:nvSpPr>
          <p:cNvPr id="40" name="Text 38"/>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41" name="Text 39"/>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12</a:t>
            </a:r>
            <a:endParaRPr lang="en-US" sz="900" dirty="0"/>
          </a:p>
        </p:txBody>
      </p:sp>
      <p:pic>
        <p:nvPicPr>
          <p:cNvPr id="42" name="Picture 16">
            <a:extLst>
              <a:ext uri="{FF2B5EF4-FFF2-40B4-BE49-F238E27FC236}">
                <a16:creationId xmlns:a16="http://schemas.microsoft.com/office/drawing/2014/main" id="{08660542-3685-4D15-A885-BC14E640915E}"/>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خامساً</a:t>
            </a:r>
            <a:r>
              <a:rPr lang="en-US" sz="1400" b="1" dirty="0">
                <a:latin typeface="Arial" pitchFamily="34" charset="0"/>
                <a:ea typeface="Arial" pitchFamily="34" charset="-122"/>
                <a:cs typeface="Arial" pitchFamily="34" charset="-120"/>
              </a:rPr>
              <a:t>: الموارد البشرية</a:t>
            </a:r>
            <a:endParaRPr lang="en-US" sz="1400" dirty="0"/>
          </a:p>
        </p:txBody>
      </p:sp>
      <p:sp>
        <p:nvSpPr>
          <p:cNvPr id="3" name="Text 1"/>
          <p:cNvSpPr/>
          <p:nvPr/>
        </p:nvSpPr>
        <p:spPr>
          <a:xfrm>
            <a:off x="2308860" y="250310"/>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الكادر الوظيفي الحالي</a:t>
            </a:r>
            <a:endParaRPr lang="en-US" sz="2800" dirty="0">
              <a:solidFill>
                <a:schemeClr val="bg1"/>
              </a:solidFill>
            </a:endParaRPr>
          </a:p>
        </p:txBody>
      </p:sp>
      <p:sp>
        <p:nvSpPr>
          <p:cNvPr id="4" name="Text 2"/>
          <p:cNvSpPr/>
          <p:nvPr/>
        </p:nvSpPr>
        <p:spPr>
          <a:xfrm>
            <a:off x="-2468880" y="954072"/>
            <a:ext cx="9784080" cy="365760"/>
          </a:xfrm>
          <a:prstGeom prst="rect">
            <a:avLst/>
          </a:prstGeom>
          <a:noFill/>
          <a:ln/>
        </p:spPr>
        <p:txBody>
          <a:bodyPr wrap="square" rtlCol="0" anchor="ctr"/>
          <a:lstStyle/>
          <a:p>
            <a:pPr marL="0" indent="0" algn="r" rtl="1">
              <a:buNone/>
            </a:pPr>
            <a:r>
              <a:rPr lang="en-US" sz="2000" dirty="0">
                <a:latin typeface="Arial" pitchFamily="34" charset="0"/>
                <a:ea typeface="Arial" pitchFamily="34" charset="-122"/>
                <a:cs typeface="Arial" pitchFamily="34" charset="-120"/>
              </a:rPr>
              <a:t>3 موظفين ومتعاون</a:t>
            </a:r>
            <a:endParaRPr lang="en-US" sz="2000" dirty="0"/>
          </a:p>
        </p:txBody>
      </p:sp>
      <p:sp>
        <p:nvSpPr>
          <p:cNvPr id="5" name="Shape 3"/>
          <p:cNvSpPr/>
          <p:nvPr/>
        </p:nvSpPr>
        <p:spPr>
          <a:xfrm>
            <a:off x="548640" y="1554480"/>
            <a:ext cx="5440680" cy="16916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6" name="Shape 4"/>
          <p:cNvSpPr/>
          <p:nvPr/>
        </p:nvSpPr>
        <p:spPr>
          <a:xfrm>
            <a:off x="5212080" y="1783080"/>
            <a:ext cx="548640" cy="548640"/>
          </a:xfrm>
          <a:prstGeom prst="ellipse">
            <a:avLst/>
          </a:prstGeom>
          <a:solidFill>
            <a:srgbClr val="A61C46"/>
          </a:solidFill>
          <a:ln/>
        </p:spPr>
      </p:sp>
      <p:sp>
        <p:nvSpPr>
          <p:cNvPr id="7" name="Text 5"/>
          <p:cNvSpPr/>
          <p:nvPr/>
        </p:nvSpPr>
        <p:spPr>
          <a:xfrm>
            <a:off x="5212080" y="1783080"/>
            <a:ext cx="548640" cy="54864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ب</a:t>
            </a:r>
            <a:endParaRPr lang="en-US" sz="2200" dirty="0">
              <a:solidFill>
                <a:schemeClr val="bg1"/>
              </a:solidFill>
            </a:endParaRPr>
          </a:p>
        </p:txBody>
      </p:sp>
      <p:sp>
        <p:nvSpPr>
          <p:cNvPr id="8" name="Text 6"/>
          <p:cNvSpPr/>
          <p:nvPr/>
        </p:nvSpPr>
        <p:spPr>
          <a:xfrm>
            <a:off x="822960" y="1755648"/>
            <a:ext cx="4297680" cy="365760"/>
          </a:xfrm>
          <a:prstGeom prst="rect">
            <a:avLst/>
          </a:prstGeom>
          <a:noFill/>
          <a:ln/>
        </p:spPr>
        <p:txBody>
          <a:bodyPr wrap="square" rtlCol="0" anchor="ctr"/>
          <a:lstStyle/>
          <a:p>
            <a:pPr marL="0" indent="0" algn="r" rtl="1">
              <a:buNone/>
            </a:pPr>
            <a:r>
              <a:rPr lang="en-US" sz="2800" b="1" dirty="0" err="1">
                <a:latin typeface="Arial" pitchFamily="34" charset="0"/>
                <a:ea typeface="Arial" pitchFamily="34" charset="-122"/>
                <a:cs typeface="Arial" pitchFamily="34" charset="-120"/>
              </a:rPr>
              <a:t>الأستاذ</a:t>
            </a:r>
            <a:r>
              <a:rPr lang="ar-SA" sz="2800" b="1" dirty="0">
                <a:latin typeface="Arial" pitchFamily="34" charset="0"/>
                <a:ea typeface="Arial" pitchFamily="34" charset="-122"/>
                <a:cs typeface="Arial" pitchFamily="34" charset="-120"/>
              </a:rPr>
              <a:t>/</a:t>
            </a:r>
            <a:r>
              <a:rPr lang="en-US" sz="2800" b="1" dirty="0">
                <a:latin typeface="Arial" pitchFamily="34" charset="0"/>
                <a:ea typeface="Arial" pitchFamily="34" charset="-122"/>
                <a:cs typeface="Arial" pitchFamily="34" charset="-120"/>
              </a:rPr>
              <a:t> </a:t>
            </a:r>
            <a:r>
              <a:rPr lang="en-US" sz="2800" b="1" dirty="0" err="1">
                <a:latin typeface="Arial" pitchFamily="34" charset="0"/>
                <a:ea typeface="Arial" pitchFamily="34" charset="-122"/>
                <a:cs typeface="Arial" pitchFamily="34" charset="-120"/>
              </a:rPr>
              <a:t>بيان</a:t>
            </a:r>
            <a:r>
              <a:rPr lang="ar-SA" sz="2800" b="1" dirty="0">
                <a:latin typeface="Arial" pitchFamily="34" charset="0"/>
                <a:ea typeface="Arial" pitchFamily="34" charset="-122"/>
                <a:cs typeface="Arial" pitchFamily="34" charset="-120"/>
              </a:rPr>
              <a:t> سعد</a:t>
            </a:r>
            <a:r>
              <a:rPr lang="en-US" sz="2800" b="1" dirty="0">
                <a:latin typeface="Arial" pitchFamily="34" charset="0"/>
                <a:ea typeface="Arial" pitchFamily="34" charset="-122"/>
                <a:cs typeface="Arial" pitchFamily="34" charset="-120"/>
              </a:rPr>
              <a:t> المحمدي</a:t>
            </a:r>
            <a:endParaRPr lang="en-US" sz="2800" dirty="0"/>
          </a:p>
        </p:txBody>
      </p:sp>
      <p:sp>
        <p:nvSpPr>
          <p:cNvPr id="9" name="Text 7"/>
          <p:cNvSpPr/>
          <p:nvPr/>
        </p:nvSpPr>
        <p:spPr>
          <a:xfrm>
            <a:off x="-160020" y="2185416"/>
            <a:ext cx="4892040" cy="594360"/>
          </a:xfrm>
          <a:prstGeom prst="rect">
            <a:avLst/>
          </a:prstGeom>
          <a:noFill/>
          <a:ln/>
        </p:spPr>
        <p:txBody>
          <a:bodyPr wrap="square" rtlCol="0" anchor="ctr"/>
          <a:lstStyle/>
          <a:p>
            <a:pPr marL="0" indent="0" algn="r" rtl="1">
              <a:lnSpc>
                <a:spcPct val="120000"/>
              </a:lnSpc>
              <a:buNone/>
            </a:pPr>
            <a:r>
              <a:rPr lang="en-US" sz="2800" b="1" dirty="0">
                <a:latin typeface="Arial" pitchFamily="34" charset="0"/>
                <a:ea typeface="Arial" pitchFamily="34" charset="-122"/>
                <a:cs typeface="Arial" pitchFamily="34" charset="-120"/>
              </a:rPr>
              <a:t>المدير التنفيذي</a:t>
            </a:r>
            <a:endParaRPr lang="en-US" sz="2800" b="1" dirty="0"/>
          </a:p>
        </p:txBody>
      </p:sp>
      <p:sp>
        <p:nvSpPr>
          <p:cNvPr id="10" name="Shape 8"/>
          <p:cNvSpPr/>
          <p:nvPr/>
        </p:nvSpPr>
        <p:spPr>
          <a:xfrm>
            <a:off x="822960" y="2788920"/>
            <a:ext cx="1188720" cy="320040"/>
          </a:xfrm>
          <a:prstGeom prst="roundRect">
            <a:avLst>
              <a:gd name="adj" fmla="val 48571"/>
            </a:avLst>
          </a:prstGeom>
          <a:solidFill>
            <a:srgbClr val="F5E4EC"/>
          </a:solidFill>
          <a:ln/>
        </p:spPr>
      </p:sp>
      <p:sp>
        <p:nvSpPr>
          <p:cNvPr id="11" name="Text 9"/>
          <p:cNvSpPr/>
          <p:nvPr/>
        </p:nvSpPr>
        <p:spPr>
          <a:xfrm>
            <a:off x="822960" y="2788920"/>
            <a:ext cx="1188720" cy="320040"/>
          </a:xfrm>
          <a:prstGeom prst="rect">
            <a:avLst/>
          </a:prstGeom>
          <a:noFill/>
          <a:ln/>
        </p:spPr>
        <p:txBody>
          <a:bodyPr wrap="square" rtlCol="0" anchor="ctr"/>
          <a:lstStyle/>
          <a:p>
            <a:pPr marL="0" indent="0" algn="ctr" rtl="1">
              <a:buNone/>
            </a:pPr>
            <a:r>
              <a:rPr lang="en-US" sz="1400" b="1" dirty="0" err="1">
                <a:latin typeface="Arial" pitchFamily="34" charset="0"/>
                <a:ea typeface="Arial" pitchFamily="34" charset="-122"/>
                <a:cs typeface="Arial" pitchFamily="34" charset="-120"/>
              </a:rPr>
              <a:t>موظف</a:t>
            </a:r>
            <a:endParaRPr lang="en-US" sz="1400" dirty="0"/>
          </a:p>
        </p:txBody>
      </p:sp>
      <p:sp>
        <p:nvSpPr>
          <p:cNvPr id="12" name="Shape 10"/>
          <p:cNvSpPr/>
          <p:nvPr/>
        </p:nvSpPr>
        <p:spPr>
          <a:xfrm>
            <a:off x="6263640" y="1554480"/>
            <a:ext cx="5440680" cy="16916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3" name="Shape 11"/>
          <p:cNvSpPr/>
          <p:nvPr/>
        </p:nvSpPr>
        <p:spPr>
          <a:xfrm>
            <a:off x="10927080" y="1783080"/>
            <a:ext cx="548640" cy="548640"/>
          </a:xfrm>
          <a:prstGeom prst="ellipse">
            <a:avLst/>
          </a:prstGeom>
          <a:solidFill>
            <a:srgbClr val="A61C46"/>
          </a:solidFill>
          <a:ln/>
        </p:spPr>
      </p:sp>
      <p:sp>
        <p:nvSpPr>
          <p:cNvPr id="14" name="Text 12"/>
          <p:cNvSpPr/>
          <p:nvPr/>
        </p:nvSpPr>
        <p:spPr>
          <a:xfrm>
            <a:off x="10927080" y="1783080"/>
            <a:ext cx="548640" cy="54864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غ</a:t>
            </a:r>
            <a:endParaRPr lang="en-US" sz="2200" dirty="0">
              <a:solidFill>
                <a:schemeClr val="bg1"/>
              </a:solidFill>
            </a:endParaRPr>
          </a:p>
        </p:txBody>
      </p:sp>
      <p:sp>
        <p:nvSpPr>
          <p:cNvPr id="15" name="Text 13"/>
          <p:cNvSpPr/>
          <p:nvPr/>
        </p:nvSpPr>
        <p:spPr>
          <a:xfrm>
            <a:off x="6537960" y="1755648"/>
            <a:ext cx="4297680" cy="365760"/>
          </a:xfrm>
          <a:prstGeom prst="rect">
            <a:avLst/>
          </a:prstGeom>
          <a:noFill/>
          <a:ln/>
        </p:spPr>
        <p:txBody>
          <a:bodyPr wrap="square" rtlCol="0" anchor="ctr"/>
          <a:lstStyle/>
          <a:p>
            <a:pPr marL="0" indent="0" algn="r" rtl="1">
              <a:buNone/>
            </a:pPr>
            <a:r>
              <a:rPr lang="en-US" sz="2800" b="1" dirty="0" err="1">
                <a:latin typeface="Arial" pitchFamily="34" charset="0"/>
                <a:ea typeface="Arial" pitchFamily="34" charset="-122"/>
                <a:cs typeface="Arial" pitchFamily="34" charset="-120"/>
              </a:rPr>
              <a:t>الأستاذة</a:t>
            </a:r>
            <a:r>
              <a:rPr lang="ar-SA" sz="2800" b="1" dirty="0">
                <a:latin typeface="Arial" pitchFamily="34" charset="0"/>
                <a:ea typeface="Arial" pitchFamily="34" charset="-122"/>
                <a:cs typeface="Arial" pitchFamily="34" charset="-120"/>
              </a:rPr>
              <a:t>/</a:t>
            </a:r>
            <a:r>
              <a:rPr lang="en-US" sz="2800" b="1" dirty="0">
                <a:latin typeface="Arial" pitchFamily="34" charset="0"/>
                <a:ea typeface="Arial" pitchFamily="34" charset="-122"/>
                <a:cs typeface="Arial" pitchFamily="34" charset="-120"/>
              </a:rPr>
              <a:t> </a:t>
            </a:r>
            <a:r>
              <a:rPr lang="en-US" sz="2800" b="1" dirty="0" err="1">
                <a:latin typeface="Arial" pitchFamily="34" charset="0"/>
                <a:ea typeface="Arial" pitchFamily="34" charset="-122"/>
                <a:cs typeface="Arial" pitchFamily="34" charset="-120"/>
              </a:rPr>
              <a:t>غدير</a:t>
            </a:r>
            <a:r>
              <a:rPr lang="en-US" sz="2800" b="1" dirty="0">
                <a:latin typeface="Arial" pitchFamily="34" charset="0"/>
                <a:ea typeface="Arial" pitchFamily="34" charset="-122"/>
                <a:cs typeface="Arial" pitchFamily="34" charset="-120"/>
              </a:rPr>
              <a:t> </a:t>
            </a:r>
            <a:r>
              <a:rPr lang="ar-SA" sz="2800" b="1" dirty="0">
                <a:latin typeface="Arial" pitchFamily="34" charset="0"/>
                <a:ea typeface="Arial" pitchFamily="34" charset="-122"/>
                <a:cs typeface="Arial" pitchFamily="34" charset="-120"/>
              </a:rPr>
              <a:t>أحمد</a:t>
            </a:r>
            <a:r>
              <a:rPr lang="en-US" sz="2800" b="1" dirty="0">
                <a:latin typeface="Arial" pitchFamily="34" charset="0"/>
                <a:ea typeface="Arial" pitchFamily="34" charset="-122"/>
                <a:cs typeface="Arial" pitchFamily="34" charset="-120"/>
              </a:rPr>
              <a:t> الحربي</a:t>
            </a:r>
            <a:endParaRPr lang="en-US" sz="2800" dirty="0"/>
          </a:p>
        </p:txBody>
      </p:sp>
      <p:sp>
        <p:nvSpPr>
          <p:cNvPr id="16" name="Text 14"/>
          <p:cNvSpPr/>
          <p:nvPr/>
        </p:nvSpPr>
        <p:spPr>
          <a:xfrm>
            <a:off x="6149340" y="2185416"/>
            <a:ext cx="4892040" cy="594360"/>
          </a:xfrm>
          <a:prstGeom prst="rect">
            <a:avLst/>
          </a:prstGeom>
          <a:noFill/>
          <a:ln/>
        </p:spPr>
        <p:txBody>
          <a:bodyPr wrap="square" rtlCol="0" anchor="ctr"/>
          <a:lstStyle/>
          <a:p>
            <a:pPr marL="0" indent="0" algn="r" rtl="1">
              <a:lnSpc>
                <a:spcPct val="120000"/>
              </a:lnSpc>
              <a:buNone/>
            </a:pPr>
            <a:r>
              <a:rPr lang="en-US" sz="2000" b="1" dirty="0">
                <a:latin typeface="Arial" pitchFamily="34" charset="0"/>
                <a:ea typeface="Arial" pitchFamily="34" charset="-122"/>
                <a:cs typeface="Arial" pitchFamily="34" charset="-120"/>
              </a:rPr>
              <a:t>المسؤول المالي والمشرفة على البرامج والمشاريع</a:t>
            </a:r>
            <a:endParaRPr lang="en-US" sz="2000" b="1" dirty="0"/>
          </a:p>
        </p:txBody>
      </p:sp>
      <p:sp>
        <p:nvSpPr>
          <p:cNvPr id="17" name="Shape 15"/>
          <p:cNvSpPr/>
          <p:nvPr/>
        </p:nvSpPr>
        <p:spPr>
          <a:xfrm>
            <a:off x="6537960" y="2788920"/>
            <a:ext cx="1188720" cy="320040"/>
          </a:xfrm>
          <a:prstGeom prst="roundRect">
            <a:avLst>
              <a:gd name="adj" fmla="val 48571"/>
            </a:avLst>
          </a:prstGeom>
          <a:solidFill>
            <a:srgbClr val="F5E4EC"/>
          </a:solidFill>
          <a:ln/>
        </p:spPr>
      </p:sp>
      <p:sp>
        <p:nvSpPr>
          <p:cNvPr id="18" name="Text 16"/>
          <p:cNvSpPr/>
          <p:nvPr/>
        </p:nvSpPr>
        <p:spPr>
          <a:xfrm>
            <a:off x="6537960" y="2788920"/>
            <a:ext cx="118872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موظفة</a:t>
            </a:r>
            <a:endParaRPr lang="en-US" sz="1400" dirty="0"/>
          </a:p>
        </p:txBody>
      </p:sp>
      <p:sp>
        <p:nvSpPr>
          <p:cNvPr id="19" name="Shape 17"/>
          <p:cNvSpPr/>
          <p:nvPr/>
        </p:nvSpPr>
        <p:spPr>
          <a:xfrm>
            <a:off x="548640" y="3520440"/>
            <a:ext cx="5440680" cy="16916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0" name="Shape 18"/>
          <p:cNvSpPr/>
          <p:nvPr/>
        </p:nvSpPr>
        <p:spPr>
          <a:xfrm>
            <a:off x="5212080" y="3749040"/>
            <a:ext cx="548640" cy="548640"/>
          </a:xfrm>
          <a:prstGeom prst="ellipse">
            <a:avLst/>
          </a:prstGeom>
          <a:solidFill>
            <a:srgbClr val="A61C46"/>
          </a:solidFill>
          <a:ln/>
        </p:spPr>
      </p:sp>
      <p:sp>
        <p:nvSpPr>
          <p:cNvPr id="21" name="Text 19"/>
          <p:cNvSpPr/>
          <p:nvPr/>
        </p:nvSpPr>
        <p:spPr>
          <a:xfrm>
            <a:off x="5212080" y="3749040"/>
            <a:ext cx="548640" cy="54864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ط</a:t>
            </a:r>
            <a:endParaRPr lang="en-US" sz="2200" dirty="0">
              <a:solidFill>
                <a:schemeClr val="bg1"/>
              </a:solidFill>
            </a:endParaRPr>
          </a:p>
        </p:txBody>
      </p:sp>
      <p:sp>
        <p:nvSpPr>
          <p:cNvPr id="22" name="Text 20"/>
          <p:cNvSpPr/>
          <p:nvPr/>
        </p:nvSpPr>
        <p:spPr>
          <a:xfrm>
            <a:off x="822960" y="3721608"/>
            <a:ext cx="4297680" cy="365760"/>
          </a:xfrm>
          <a:prstGeom prst="rect">
            <a:avLst/>
          </a:prstGeom>
          <a:noFill/>
          <a:ln/>
        </p:spPr>
        <p:txBody>
          <a:bodyPr wrap="square" rtlCol="0" anchor="ctr"/>
          <a:lstStyle/>
          <a:p>
            <a:pPr marL="0" indent="0" algn="r" rtl="1">
              <a:buNone/>
            </a:pPr>
            <a:r>
              <a:rPr lang="en-US" sz="2800" b="1" dirty="0" err="1">
                <a:latin typeface="Arial" pitchFamily="34" charset="0"/>
                <a:ea typeface="Arial" pitchFamily="34" charset="-122"/>
                <a:cs typeface="Arial" pitchFamily="34" charset="-120"/>
              </a:rPr>
              <a:t>الأستاذ</a:t>
            </a:r>
            <a:r>
              <a:rPr lang="ar-SA" sz="2800" b="1" dirty="0">
                <a:latin typeface="Arial" pitchFamily="34" charset="0"/>
                <a:ea typeface="Arial" pitchFamily="34" charset="-122"/>
                <a:cs typeface="Arial" pitchFamily="34" charset="-120"/>
              </a:rPr>
              <a:t>/</a:t>
            </a:r>
            <a:r>
              <a:rPr lang="en-US" sz="2800" b="1" dirty="0">
                <a:latin typeface="Arial" pitchFamily="34" charset="0"/>
                <a:ea typeface="Arial" pitchFamily="34" charset="-122"/>
                <a:cs typeface="Arial" pitchFamily="34" charset="-120"/>
              </a:rPr>
              <a:t> </a:t>
            </a:r>
            <a:r>
              <a:rPr lang="en-US" sz="2800" b="1" dirty="0" err="1">
                <a:latin typeface="Arial" pitchFamily="34" charset="0"/>
                <a:ea typeface="Arial" pitchFamily="34" charset="-122"/>
                <a:cs typeface="Arial" pitchFamily="34" charset="-120"/>
              </a:rPr>
              <a:t>طراد</a:t>
            </a:r>
            <a:r>
              <a:rPr lang="ar-SA" sz="2800" b="1" dirty="0">
                <a:latin typeface="Arial" pitchFamily="34" charset="0"/>
                <a:ea typeface="Arial" pitchFamily="34" charset="-122"/>
                <a:cs typeface="Arial" pitchFamily="34" charset="-120"/>
              </a:rPr>
              <a:t> محمد</a:t>
            </a:r>
            <a:r>
              <a:rPr lang="en-US" sz="2800" b="1" dirty="0">
                <a:latin typeface="Arial" pitchFamily="34" charset="0"/>
                <a:ea typeface="Arial" pitchFamily="34" charset="-122"/>
                <a:cs typeface="Arial" pitchFamily="34" charset="-120"/>
              </a:rPr>
              <a:t> سمان</a:t>
            </a:r>
            <a:endParaRPr lang="en-US" sz="2800" dirty="0"/>
          </a:p>
        </p:txBody>
      </p:sp>
      <p:sp>
        <p:nvSpPr>
          <p:cNvPr id="23" name="Text 21"/>
          <p:cNvSpPr/>
          <p:nvPr/>
        </p:nvSpPr>
        <p:spPr>
          <a:xfrm>
            <a:off x="45720" y="4144532"/>
            <a:ext cx="4892040" cy="594360"/>
          </a:xfrm>
          <a:prstGeom prst="rect">
            <a:avLst/>
          </a:prstGeom>
          <a:noFill/>
          <a:ln/>
        </p:spPr>
        <p:txBody>
          <a:bodyPr wrap="square" rtlCol="0" anchor="ctr"/>
          <a:lstStyle/>
          <a:p>
            <a:pPr marL="0" indent="0" algn="r" rtl="1">
              <a:lnSpc>
                <a:spcPct val="120000"/>
              </a:lnSpc>
              <a:buNone/>
            </a:pPr>
            <a:r>
              <a:rPr lang="en-US" sz="2800" b="1" dirty="0">
                <a:latin typeface="Arial" pitchFamily="34" charset="0"/>
                <a:ea typeface="Arial" pitchFamily="34" charset="-122"/>
                <a:cs typeface="Arial" pitchFamily="34" charset="-120"/>
              </a:rPr>
              <a:t>سكرتير تنفيذي</a:t>
            </a:r>
            <a:endParaRPr lang="en-US" sz="2800" b="1" dirty="0"/>
          </a:p>
        </p:txBody>
      </p:sp>
      <p:sp>
        <p:nvSpPr>
          <p:cNvPr id="24" name="Shape 22"/>
          <p:cNvSpPr/>
          <p:nvPr/>
        </p:nvSpPr>
        <p:spPr>
          <a:xfrm>
            <a:off x="822960" y="4754880"/>
            <a:ext cx="1188720" cy="320040"/>
          </a:xfrm>
          <a:prstGeom prst="roundRect">
            <a:avLst>
              <a:gd name="adj" fmla="val 48571"/>
            </a:avLst>
          </a:prstGeom>
          <a:solidFill>
            <a:srgbClr val="F5E4EC"/>
          </a:solidFill>
          <a:ln/>
        </p:spPr>
      </p:sp>
      <p:sp>
        <p:nvSpPr>
          <p:cNvPr id="25" name="Text 23"/>
          <p:cNvSpPr/>
          <p:nvPr/>
        </p:nvSpPr>
        <p:spPr>
          <a:xfrm>
            <a:off x="822960" y="4754880"/>
            <a:ext cx="1188720" cy="32004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موظف</a:t>
            </a:r>
            <a:endParaRPr lang="en-US" sz="1400" dirty="0"/>
          </a:p>
        </p:txBody>
      </p:sp>
      <p:sp>
        <p:nvSpPr>
          <p:cNvPr id="26" name="Shape 24"/>
          <p:cNvSpPr/>
          <p:nvPr/>
        </p:nvSpPr>
        <p:spPr>
          <a:xfrm>
            <a:off x="6263640" y="3474720"/>
            <a:ext cx="5440680" cy="16916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27" name="Shape 25"/>
          <p:cNvSpPr/>
          <p:nvPr/>
        </p:nvSpPr>
        <p:spPr>
          <a:xfrm>
            <a:off x="10927080" y="3749040"/>
            <a:ext cx="548640" cy="548640"/>
          </a:xfrm>
          <a:prstGeom prst="ellipse">
            <a:avLst/>
          </a:prstGeom>
          <a:solidFill>
            <a:srgbClr val="A61C46"/>
          </a:solidFill>
          <a:ln/>
        </p:spPr>
      </p:sp>
      <p:sp>
        <p:nvSpPr>
          <p:cNvPr id="28" name="Text 26"/>
          <p:cNvSpPr/>
          <p:nvPr/>
        </p:nvSpPr>
        <p:spPr>
          <a:xfrm>
            <a:off x="10927080" y="3749040"/>
            <a:ext cx="548640" cy="548640"/>
          </a:xfrm>
          <a:prstGeom prst="rect">
            <a:avLst/>
          </a:prstGeom>
          <a:noFill/>
          <a:ln/>
        </p:spPr>
        <p:txBody>
          <a:bodyPr wrap="square" rtlCol="0" anchor="ctr"/>
          <a:lstStyle/>
          <a:p>
            <a:pPr marL="0" indent="0" algn="ctr">
              <a:buNone/>
            </a:pPr>
            <a:r>
              <a:rPr lang="en-US" sz="2200" b="1" dirty="0">
                <a:solidFill>
                  <a:schemeClr val="bg1"/>
                </a:solidFill>
                <a:latin typeface="Arial" pitchFamily="34" charset="0"/>
                <a:ea typeface="Arial" pitchFamily="34" charset="-122"/>
                <a:cs typeface="Arial" pitchFamily="34" charset="-120"/>
              </a:rPr>
              <a:t>م</a:t>
            </a:r>
            <a:endParaRPr lang="en-US" sz="2200" dirty="0">
              <a:solidFill>
                <a:schemeClr val="bg1"/>
              </a:solidFill>
            </a:endParaRPr>
          </a:p>
        </p:txBody>
      </p:sp>
      <p:sp>
        <p:nvSpPr>
          <p:cNvPr id="29" name="Text 27"/>
          <p:cNvSpPr/>
          <p:nvPr/>
        </p:nvSpPr>
        <p:spPr>
          <a:xfrm>
            <a:off x="6537960" y="3721608"/>
            <a:ext cx="4297680" cy="365760"/>
          </a:xfrm>
          <a:prstGeom prst="rect">
            <a:avLst/>
          </a:prstGeom>
          <a:noFill/>
          <a:ln/>
        </p:spPr>
        <p:txBody>
          <a:bodyPr wrap="square" rtlCol="0" anchor="ctr"/>
          <a:lstStyle/>
          <a:p>
            <a:pPr marL="0" indent="0" algn="r" rtl="1">
              <a:buNone/>
            </a:pPr>
            <a:r>
              <a:rPr lang="en-US" sz="2800" b="1" dirty="0" err="1">
                <a:latin typeface="Arial" pitchFamily="34" charset="0"/>
                <a:ea typeface="Arial" pitchFamily="34" charset="-122"/>
                <a:cs typeface="Arial" pitchFamily="34" charset="-120"/>
              </a:rPr>
              <a:t>الأستاذ</a:t>
            </a:r>
            <a:r>
              <a:rPr lang="ar-SA" sz="2800" b="1" dirty="0">
                <a:latin typeface="Arial" pitchFamily="34" charset="0"/>
                <a:ea typeface="Arial" pitchFamily="34" charset="-122"/>
                <a:cs typeface="Arial" pitchFamily="34" charset="-120"/>
              </a:rPr>
              <a:t>/</a:t>
            </a:r>
            <a:r>
              <a:rPr lang="en-US" sz="2800" b="1" dirty="0">
                <a:latin typeface="Arial" pitchFamily="34" charset="0"/>
                <a:ea typeface="Arial" pitchFamily="34" charset="-122"/>
                <a:cs typeface="Arial" pitchFamily="34" charset="-120"/>
              </a:rPr>
              <a:t> محمد الحسن بشير</a:t>
            </a:r>
            <a:endParaRPr lang="en-US" sz="2800" dirty="0"/>
          </a:p>
        </p:txBody>
      </p:sp>
      <p:sp>
        <p:nvSpPr>
          <p:cNvPr id="30" name="Text 28"/>
          <p:cNvSpPr/>
          <p:nvPr/>
        </p:nvSpPr>
        <p:spPr>
          <a:xfrm>
            <a:off x="5708469" y="4135761"/>
            <a:ext cx="4892040" cy="594360"/>
          </a:xfrm>
          <a:prstGeom prst="rect">
            <a:avLst/>
          </a:prstGeom>
          <a:noFill/>
          <a:ln/>
        </p:spPr>
        <p:txBody>
          <a:bodyPr wrap="square" rtlCol="0" anchor="ctr"/>
          <a:lstStyle/>
          <a:p>
            <a:pPr marL="0" indent="0" algn="r" rtl="1">
              <a:lnSpc>
                <a:spcPct val="120000"/>
              </a:lnSpc>
              <a:buNone/>
            </a:pPr>
            <a:r>
              <a:rPr lang="en-US" sz="2800" b="1" dirty="0" err="1">
                <a:latin typeface="Arial" pitchFamily="34" charset="0"/>
                <a:ea typeface="Arial" pitchFamily="34" charset="-122"/>
                <a:cs typeface="Arial" pitchFamily="34" charset="-120"/>
              </a:rPr>
              <a:t>محاسب</a:t>
            </a:r>
            <a:r>
              <a:rPr lang="en-US" sz="2800" b="1" dirty="0">
                <a:latin typeface="Arial" pitchFamily="34" charset="0"/>
                <a:ea typeface="Arial" pitchFamily="34" charset="-122"/>
                <a:cs typeface="Arial" pitchFamily="34" charset="-120"/>
              </a:rPr>
              <a:t> </a:t>
            </a:r>
            <a:r>
              <a:rPr lang="ar-SA" sz="2800" b="1" dirty="0">
                <a:latin typeface="Arial" pitchFamily="34" charset="0"/>
                <a:ea typeface="Arial" pitchFamily="34" charset="-122"/>
                <a:cs typeface="Arial" pitchFamily="34" charset="-120"/>
              </a:rPr>
              <a:t>متعاون</a:t>
            </a:r>
            <a:endParaRPr lang="en-US" sz="2800" b="1" dirty="0"/>
          </a:p>
        </p:txBody>
      </p:sp>
      <p:sp>
        <p:nvSpPr>
          <p:cNvPr id="31" name="Shape 29"/>
          <p:cNvSpPr/>
          <p:nvPr/>
        </p:nvSpPr>
        <p:spPr>
          <a:xfrm>
            <a:off x="6537960" y="4754880"/>
            <a:ext cx="1188720" cy="320040"/>
          </a:xfrm>
          <a:prstGeom prst="roundRect">
            <a:avLst>
              <a:gd name="adj" fmla="val 48571"/>
            </a:avLst>
          </a:prstGeom>
          <a:solidFill>
            <a:srgbClr val="6A113D"/>
          </a:solidFill>
          <a:ln/>
        </p:spPr>
      </p:sp>
      <p:sp>
        <p:nvSpPr>
          <p:cNvPr id="32" name="Text 30"/>
          <p:cNvSpPr/>
          <p:nvPr/>
        </p:nvSpPr>
        <p:spPr>
          <a:xfrm>
            <a:off x="6537960" y="4754880"/>
            <a:ext cx="1188720" cy="320040"/>
          </a:xfrm>
          <a:prstGeom prst="rect">
            <a:avLst/>
          </a:prstGeom>
          <a:noFill/>
          <a:ln/>
        </p:spPr>
        <p:txBody>
          <a:bodyPr wrap="square" rtlCol="0" anchor="ctr"/>
          <a:lstStyle/>
          <a:p>
            <a:pPr marL="0" indent="0" algn="ctr" rtl="1">
              <a:buNone/>
            </a:pPr>
            <a:r>
              <a:rPr lang="en-US" sz="1400" b="1" dirty="0">
                <a:solidFill>
                  <a:schemeClr val="bg1"/>
                </a:solidFill>
                <a:latin typeface="Arial" pitchFamily="34" charset="0"/>
                <a:ea typeface="Arial" pitchFamily="34" charset="-122"/>
                <a:cs typeface="Arial" pitchFamily="34" charset="-120"/>
              </a:rPr>
              <a:t>متعاون</a:t>
            </a:r>
            <a:endParaRPr lang="en-US" sz="1400" dirty="0">
              <a:solidFill>
                <a:schemeClr val="bg1"/>
              </a:solidFill>
            </a:endParaRPr>
          </a:p>
        </p:txBody>
      </p:sp>
      <p:sp>
        <p:nvSpPr>
          <p:cNvPr id="33" name="Text 31"/>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13</a:t>
            </a:r>
            <a:endParaRPr lang="en-US" sz="900" dirty="0"/>
          </a:p>
        </p:txBody>
      </p:sp>
      <p:pic>
        <p:nvPicPr>
          <p:cNvPr id="36" name="Picture 16">
            <a:extLst>
              <a:ext uri="{FF2B5EF4-FFF2-40B4-BE49-F238E27FC236}">
                <a16:creationId xmlns:a16="http://schemas.microsoft.com/office/drawing/2014/main" id="{3653AD7D-FC2D-4EDD-AF21-D8878FB9D886}"/>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503920" y="384048"/>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خامساً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الموارد</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البشرية</a:t>
            </a:r>
            <a:endParaRPr lang="en-US" sz="1400" dirty="0"/>
          </a:p>
        </p:txBody>
      </p:sp>
      <p:sp>
        <p:nvSpPr>
          <p:cNvPr id="3" name="Text 1"/>
          <p:cNvSpPr/>
          <p:nvPr/>
        </p:nvSpPr>
        <p:spPr>
          <a:xfrm>
            <a:off x="1795549" y="331136"/>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الوظائف الشاغرة والاحتياج</a:t>
            </a:r>
            <a:endParaRPr lang="en-US" sz="2800" dirty="0">
              <a:solidFill>
                <a:schemeClr val="bg1"/>
              </a:solidFill>
            </a:endParaRPr>
          </a:p>
        </p:txBody>
      </p:sp>
      <p:sp>
        <p:nvSpPr>
          <p:cNvPr id="4" name="Text 2"/>
          <p:cNvSpPr/>
          <p:nvPr/>
        </p:nvSpPr>
        <p:spPr>
          <a:xfrm>
            <a:off x="-1691640" y="971216"/>
            <a:ext cx="9464040" cy="446104"/>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تعمل الجمعية </a:t>
            </a:r>
            <a:r>
              <a:rPr lang="en-US" sz="1400" b="1" dirty="0" err="1">
                <a:latin typeface="Arial" pitchFamily="34" charset="0"/>
                <a:ea typeface="Arial" pitchFamily="34" charset="-122"/>
                <a:cs typeface="Arial" pitchFamily="34" charset="-120"/>
              </a:rPr>
              <a:t>على</a:t>
            </a:r>
            <a:r>
              <a:rPr lang="en-US" sz="1400" b="1" dirty="0">
                <a:latin typeface="Arial" pitchFamily="34" charset="0"/>
                <a:ea typeface="Arial" pitchFamily="34" charset="-122"/>
                <a:cs typeface="Arial" pitchFamily="34" charset="-120"/>
              </a:rPr>
              <a:t> شغل3 </a:t>
            </a:r>
            <a:r>
              <a:rPr lang="ar-SA"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وظائف</a:t>
            </a:r>
            <a:r>
              <a:rPr lang="en-US" sz="1400" b="1" dirty="0">
                <a:latin typeface="Arial" pitchFamily="34" charset="0"/>
                <a:ea typeface="Arial" pitchFamily="34" charset="-122"/>
                <a:cs typeface="Arial" pitchFamily="34" charset="-120"/>
              </a:rPr>
              <a:t> شاغرة أساسية</a:t>
            </a:r>
            <a:endParaRPr lang="en-US" sz="1400" b="1" dirty="0"/>
          </a:p>
        </p:txBody>
      </p:sp>
      <p:sp>
        <p:nvSpPr>
          <p:cNvPr id="5" name="Shape 3"/>
          <p:cNvSpPr/>
          <p:nvPr/>
        </p:nvSpPr>
        <p:spPr>
          <a:xfrm>
            <a:off x="548640" y="1600200"/>
            <a:ext cx="11064240" cy="12344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6" name="Shape 4"/>
          <p:cNvSpPr/>
          <p:nvPr/>
        </p:nvSpPr>
        <p:spPr>
          <a:xfrm>
            <a:off x="777240" y="1801368"/>
            <a:ext cx="1371600" cy="457200"/>
          </a:xfrm>
          <a:prstGeom prst="roundRect">
            <a:avLst>
              <a:gd name="adj" fmla="val 50000"/>
            </a:avLst>
          </a:prstGeom>
          <a:solidFill>
            <a:srgbClr val="952D43"/>
          </a:solidFill>
          <a:ln/>
        </p:spPr>
      </p:sp>
      <p:sp>
        <p:nvSpPr>
          <p:cNvPr id="7" name="Text 5"/>
          <p:cNvSpPr/>
          <p:nvPr/>
        </p:nvSpPr>
        <p:spPr>
          <a:xfrm>
            <a:off x="777240" y="1801368"/>
            <a:ext cx="1371600" cy="457200"/>
          </a:xfrm>
          <a:prstGeom prst="rect">
            <a:avLst/>
          </a:prstGeom>
          <a:noFill/>
          <a:ln/>
        </p:spPr>
        <p:txBody>
          <a:bodyPr wrap="square" rtlCol="0" anchor="ctr"/>
          <a:lstStyle/>
          <a:p>
            <a:pPr marL="0" indent="0" algn="ctr" rtl="1">
              <a:buNone/>
            </a:pPr>
            <a:r>
              <a:rPr lang="en-US" sz="1400" b="1" dirty="0">
                <a:solidFill>
                  <a:schemeClr val="bg1"/>
                </a:solidFill>
                <a:latin typeface="Arial" pitchFamily="34" charset="0"/>
                <a:ea typeface="Arial" pitchFamily="34" charset="-122"/>
                <a:cs typeface="Arial" pitchFamily="34" charset="-120"/>
              </a:rPr>
              <a:t>قيد الترسيم</a:t>
            </a:r>
            <a:endParaRPr lang="en-US" sz="1400" dirty="0">
              <a:solidFill>
                <a:schemeClr val="bg1"/>
              </a:solidFill>
            </a:endParaRPr>
          </a:p>
        </p:txBody>
      </p:sp>
      <p:sp>
        <p:nvSpPr>
          <p:cNvPr id="8" name="Text 6"/>
          <p:cNvSpPr/>
          <p:nvPr/>
        </p:nvSpPr>
        <p:spPr>
          <a:xfrm>
            <a:off x="2331720" y="1709928"/>
            <a:ext cx="8549640" cy="365760"/>
          </a:xfrm>
          <a:prstGeom prst="rect">
            <a:avLst/>
          </a:prstGeom>
          <a:noFill/>
          <a:ln/>
        </p:spPr>
        <p:txBody>
          <a:bodyPr wrap="square" rtlCol="0" anchor="ctr"/>
          <a:lstStyle/>
          <a:p>
            <a:pPr marL="0" indent="0" algn="r" rtl="1">
              <a:buNone/>
            </a:pPr>
            <a:r>
              <a:rPr lang="en-US" sz="1500" b="1" dirty="0">
                <a:latin typeface="Arial" pitchFamily="34" charset="0"/>
                <a:ea typeface="Arial" pitchFamily="34" charset="-122"/>
                <a:cs typeface="Arial" pitchFamily="34" charset="-120"/>
              </a:rPr>
              <a:t>موظف/ـة علاقات عامة وإعلام</a:t>
            </a:r>
            <a:endParaRPr lang="en-US" sz="1500" dirty="0"/>
          </a:p>
        </p:txBody>
      </p:sp>
      <p:sp>
        <p:nvSpPr>
          <p:cNvPr id="9" name="Text 7"/>
          <p:cNvSpPr/>
          <p:nvPr/>
        </p:nvSpPr>
        <p:spPr>
          <a:xfrm>
            <a:off x="2331720" y="2103120"/>
            <a:ext cx="8549640" cy="640080"/>
          </a:xfrm>
          <a:prstGeom prst="rect">
            <a:avLst/>
          </a:prstGeom>
          <a:noFill/>
          <a:ln/>
        </p:spPr>
        <p:txBody>
          <a:bodyPr wrap="square" rtlCol="0" anchor="ctr"/>
          <a:lstStyle/>
          <a:p>
            <a:pPr marL="0" indent="0" algn="r" rtl="1">
              <a:lnSpc>
                <a:spcPct val="120000"/>
              </a:lnSpc>
              <a:buNone/>
            </a:pPr>
            <a:r>
              <a:rPr lang="en-US" sz="1500" b="1" dirty="0">
                <a:latin typeface="Arial" pitchFamily="34" charset="0"/>
                <a:ea typeface="Arial" pitchFamily="34" charset="-122"/>
                <a:cs typeface="Arial" pitchFamily="34" charset="-120"/>
              </a:rPr>
              <a:t>تم ترشيح الأستاذ فيصل الجهني، حيث إنه يعمل مع الجمعية منذ 3 </a:t>
            </a:r>
            <a:r>
              <a:rPr lang="en-US" sz="1500" b="1" dirty="0" err="1">
                <a:latin typeface="Arial" pitchFamily="34" charset="0"/>
                <a:ea typeface="Arial" pitchFamily="34" charset="-122"/>
                <a:cs typeface="Arial" pitchFamily="34" charset="-120"/>
              </a:rPr>
              <a:t>أشهر</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كمتعاون</a:t>
            </a:r>
            <a:r>
              <a:rPr lang="en-US" sz="1500" b="1" dirty="0">
                <a:latin typeface="Arial" pitchFamily="34" charset="0"/>
                <a:ea typeface="Arial" pitchFamily="34" charset="-122"/>
                <a:cs typeface="Arial" pitchFamily="34" charset="-120"/>
              </a:rPr>
              <a:t> </a:t>
            </a:r>
            <a:r>
              <a:rPr lang="ar-SA" sz="1500" b="1" dirty="0">
                <a:latin typeface="Arial" pitchFamily="34" charset="0"/>
                <a:ea typeface="Arial" pitchFamily="34" charset="-122"/>
                <a:cs typeface="Arial" pitchFamily="34" charset="-120"/>
              </a:rPr>
              <a:t>بدون اجر</a:t>
            </a:r>
            <a:r>
              <a:rPr lang="en-US" sz="1500" b="1" dirty="0">
                <a:latin typeface="Arial" pitchFamily="34" charset="0"/>
                <a:ea typeface="Arial" pitchFamily="34" charset="-122"/>
                <a:cs typeface="Arial" pitchFamily="34" charset="-120"/>
              </a:rPr>
              <a:t> إلى أن يتم ترسيمه.</a:t>
            </a:r>
            <a:endParaRPr lang="en-US" sz="1500" b="1" dirty="0"/>
          </a:p>
        </p:txBody>
      </p:sp>
      <p:sp>
        <p:nvSpPr>
          <p:cNvPr id="10" name="Shape 8"/>
          <p:cNvSpPr/>
          <p:nvPr/>
        </p:nvSpPr>
        <p:spPr>
          <a:xfrm>
            <a:off x="563880" y="2962469"/>
            <a:ext cx="11064240" cy="12344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1" name="Shape 9"/>
          <p:cNvSpPr/>
          <p:nvPr/>
        </p:nvSpPr>
        <p:spPr>
          <a:xfrm>
            <a:off x="777240" y="3218688"/>
            <a:ext cx="1371600" cy="457200"/>
          </a:xfrm>
          <a:prstGeom prst="roundRect">
            <a:avLst>
              <a:gd name="adj" fmla="val 50000"/>
            </a:avLst>
          </a:prstGeom>
          <a:solidFill>
            <a:srgbClr val="952D43"/>
          </a:solidFill>
          <a:ln/>
        </p:spPr>
        <p:txBody>
          <a:bodyPr/>
          <a:lstStyle/>
          <a:p>
            <a:endParaRPr lang="ar-SA" dirty="0"/>
          </a:p>
        </p:txBody>
      </p:sp>
      <p:sp>
        <p:nvSpPr>
          <p:cNvPr id="12" name="Text 10"/>
          <p:cNvSpPr/>
          <p:nvPr/>
        </p:nvSpPr>
        <p:spPr>
          <a:xfrm>
            <a:off x="777240" y="3218688"/>
            <a:ext cx="1371600" cy="457200"/>
          </a:xfrm>
          <a:prstGeom prst="rect">
            <a:avLst/>
          </a:prstGeom>
          <a:noFill/>
          <a:ln/>
        </p:spPr>
        <p:txBody>
          <a:bodyPr wrap="square" rtlCol="0" anchor="ctr"/>
          <a:lstStyle/>
          <a:p>
            <a:pPr marL="0" indent="0" algn="ctr" rtl="1">
              <a:buNone/>
            </a:pPr>
            <a:r>
              <a:rPr lang="en-US" sz="1400" b="1" dirty="0">
                <a:solidFill>
                  <a:schemeClr val="bg1"/>
                </a:solidFill>
                <a:latin typeface="Arial" pitchFamily="34" charset="0"/>
                <a:ea typeface="Arial" pitchFamily="34" charset="-122"/>
                <a:cs typeface="Arial" pitchFamily="34" charset="-120"/>
              </a:rPr>
              <a:t>شاغرة</a:t>
            </a:r>
            <a:endParaRPr lang="en-US" sz="1400" dirty="0">
              <a:solidFill>
                <a:schemeClr val="bg1"/>
              </a:solidFill>
            </a:endParaRPr>
          </a:p>
        </p:txBody>
      </p:sp>
      <p:sp>
        <p:nvSpPr>
          <p:cNvPr id="13" name="Text 11"/>
          <p:cNvSpPr/>
          <p:nvPr/>
        </p:nvSpPr>
        <p:spPr>
          <a:xfrm>
            <a:off x="2331720" y="3127248"/>
            <a:ext cx="8549640" cy="365760"/>
          </a:xfrm>
          <a:prstGeom prst="rect">
            <a:avLst/>
          </a:prstGeom>
          <a:noFill/>
          <a:ln/>
        </p:spPr>
        <p:txBody>
          <a:bodyPr wrap="square" rtlCol="0" anchor="ctr"/>
          <a:lstStyle/>
          <a:p>
            <a:pPr marL="0" indent="0" algn="r" rtl="1">
              <a:buNone/>
            </a:pPr>
            <a:r>
              <a:rPr lang="en-US" sz="1500" b="1" dirty="0">
                <a:latin typeface="Arial" pitchFamily="34" charset="0"/>
                <a:ea typeface="Arial" pitchFamily="34" charset="-122"/>
                <a:cs typeface="Arial" pitchFamily="34" charset="-120"/>
              </a:rPr>
              <a:t>موظف/ـة تنمية موارد مالية</a:t>
            </a:r>
            <a:endParaRPr lang="en-US" sz="1500" dirty="0"/>
          </a:p>
        </p:txBody>
      </p:sp>
      <p:sp>
        <p:nvSpPr>
          <p:cNvPr id="14" name="Text 12"/>
          <p:cNvSpPr/>
          <p:nvPr/>
        </p:nvSpPr>
        <p:spPr>
          <a:xfrm>
            <a:off x="2331720" y="3520440"/>
            <a:ext cx="8549640" cy="640080"/>
          </a:xfrm>
          <a:prstGeom prst="rect">
            <a:avLst/>
          </a:prstGeom>
          <a:noFill/>
          <a:ln/>
        </p:spPr>
        <p:txBody>
          <a:bodyPr wrap="square" rtlCol="0" anchor="ctr"/>
          <a:lstStyle/>
          <a:p>
            <a:pPr marL="0" indent="0" algn="r" rtl="1">
              <a:lnSpc>
                <a:spcPct val="120000"/>
              </a:lnSpc>
              <a:buNone/>
            </a:pPr>
            <a:r>
              <a:rPr lang="en-US" sz="1500" b="1" dirty="0">
                <a:latin typeface="Arial" pitchFamily="34" charset="0"/>
                <a:ea typeface="Arial" pitchFamily="34" charset="-122"/>
                <a:cs typeface="Arial" pitchFamily="34" charset="-120"/>
              </a:rPr>
              <a:t>وظيفة شاغرة تحتاج استقطابًا لرفع كفاءة تنمية الموارد.</a:t>
            </a:r>
            <a:endParaRPr lang="en-US" sz="1500" b="1" dirty="0"/>
          </a:p>
        </p:txBody>
      </p:sp>
      <p:sp>
        <p:nvSpPr>
          <p:cNvPr id="15" name="Shape 13"/>
          <p:cNvSpPr/>
          <p:nvPr/>
        </p:nvSpPr>
        <p:spPr>
          <a:xfrm>
            <a:off x="563880" y="4434840"/>
            <a:ext cx="11064240" cy="1234440"/>
          </a:xfrm>
          <a:prstGeom prst="flowChartAlternateProcess">
            <a:avLst/>
          </a:prstGeom>
          <a:solidFill>
            <a:schemeClr val="bg1"/>
          </a:solidFill>
          <a:ln w="127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6" name="Shape 14"/>
          <p:cNvSpPr/>
          <p:nvPr/>
        </p:nvSpPr>
        <p:spPr>
          <a:xfrm>
            <a:off x="777240" y="4636008"/>
            <a:ext cx="1371600" cy="457200"/>
          </a:xfrm>
          <a:prstGeom prst="roundRect">
            <a:avLst>
              <a:gd name="adj" fmla="val 50000"/>
            </a:avLst>
          </a:prstGeom>
          <a:solidFill>
            <a:srgbClr val="952D43"/>
          </a:solidFill>
          <a:ln/>
        </p:spPr>
      </p:sp>
      <p:sp>
        <p:nvSpPr>
          <p:cNvPr id="17" name="Text 15"/>
          <p:cNvSpPr/>
          <p:nvPr/>
        </p:nvSpPr>
        <p:spPr>
          <a:xfrm>
            <a:off x="777240" y="4636008"/>
            <a:ext cx="1371600" cy="457200"/>
          </a:xfrm>
          <a:prstGeom prst="rect">
            <a:avLst/>
          </a:prstGeom>
          <a:noFill/>
          <a:ln/>
        </p:spPr>
        <p:txBody>
          <a:bodyPr wrap="square" rtlCol="0" anchor="ctr"/>
          <a:lstStyle/>
          <a:p>
            <a:pPr marL="0" indent="0" algn="ctr" rtl="1">
              <a:buNone/>
            </a:pPr>
            <a:r>
              <a:rPr lang="en-US" sz="1400" b="1" dirty="0">
                <a:solidFill>
                  <a:schemeClr val="bg1"/>
                </a:solidFill>
                <a:latin typeface="Arial" pitchFamily="34" charset="0"/>
                <a:ea typeface="Arial" pitchFamily="34" charset="-122"/>
                <a:cs typeface="Arial" pitchFamily="34" charset="-120"/>
              </a:rPr>
              <a:t>شاغرة</a:t>
            </a:r>
            <a:endParaRPr lang="en-US" sz="1400" dirty="0">
              <a:solidFill>
                <a:schemeClr val="bg1"/>
              </a:solidFill>
            </a:endParaRPr>
          </a:p>
        </p:txBody>
      </p:sp>
      <p:sp>
        <p:nvSpPr>
          <p:cNvPr id="18" name="Text 16"/>
          <p:cNvSpPr/>
          <p:nvPr/>
        </p:nvSpPr>
        <p:spPr>
          <a:xfrm>
            <a:off x="2331720" y="4544568"/>
            <a:ext cx="8549640" cy="365760"/>
          </a:xfrm>
          <a:prstGeom prst="rect">
            <a:avLst/>
          </a:prstGeom>
          <a:noFill/>
          <a:ln/>
        </p:spPr>
        <p:txBody>
          <a:bodyPr wrap="square" rtlCol="0" anchor="ctr"/>
          <a:lstStyle/>
          <a:p>
            <a:pPr marL="0" indent="0" algn="r" rtl="1">
              <a:buNone/>
            </a:pPr>
            <a:r>
              <a:rPr lang="en-US" sz="1500" b="1" dirty="0">
                <a:latin typeface="Arial" pitchFamily="34" charset="0"/>
                <a:ea typeface="Arial" pitchFamily="34" charset="-122"/>
                <a:cs typeface="Arial" pitchFamily="34" charset="-120"/>
              </a:rPr>
              <a:t>موظف/ـة موارد بشرية</a:t>
            </a:r>
            <a:endParaRPr lang="en-US" sz="1500" dirty="0"/>
          </a:p>
        </p:txBody>
      </p:sp>
      <p:sp>
        <p:nvSpPr>
          <p:cNvPr id="19" name="Text 17"/>
          <p:cNvSpPr/>
          <p:nvPr/>
        </p:nvSpPr>
        <p:spPr>
          <a:xfrm>
            <a:off x="2331720" y="4937760"/>
            <a:ext cx="8549640" cy="640080"/>
          </a:xfrm>
          <a:prstGeom prst="rect">
            <a:avLst/>
          </a:prstGeom>
          <a:noFill/>
          <a:ln/>
        </p:spPr>
        <p:txBody>
          <a:bodyPr wrap="square" rtlCol="0" anchor="ctr"/>
          <a:lstStyle/>
          <a:p>
            <a:pPr marL="0" indent="0" algn="r" rtl="1">
              <a:lnSpc>
                <a:spcPct val="120000"/>
              </a:lnSpc>
              <a:buNone/>
            </a:pPr>
            <a:r>
              <a:rPr lang="en-US" sz="1500" b="1" dirty="0">
                <a:latin typeface="Arial" pitchFamily="34" charset="0"/>
                <a:ea typeface="Arial" pitchFamily="34" charset="-122"/>
                <a:cs typeface="Arial" pitchFamily="34" charset="-120"/>
              </a:rPr>
              <a:t>وظيفة شاغرة أساسية لدعم الهيكل الإداري للجمعية.</a:t>
            </a:r>
            <a:endParaRPr lang="en-US" sz="1500" b="1" dirty="0"/>
          </a:p>
        </p:txBody>
      </p:sp>
      <p:sp>
        <p:nvSpPr>
          <p:cNvPr id="20" name="Text 18"/>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14</a:t>
            </a:r>
            <a:endParaRPr lang="en-US" sz="900" dirty="0"/>
          </a:p>
        </p:txBody>
      </p:sp>
      <p:pic>
        <p:nvPicPr>
          <p:cNvPr id="23" name="Picture 16">
            <a:extLst>
              <a:ext uri="{FF2B5EF4-FFF2-40B4-BE49-F238E27FC236}">
                <a16:creationId xmlns:a16="http://schemas.microsoft.com/office/drawing/2014/main" id="{547AAEEC-C8EB-45CB-A177-4C69EB141A93}"/>
              </a:ext>
            </a:extLst>
          </p:cNvPr>
          <p:cNvPicPr/>
          <p:nvPr/>
        </p:nvPicPr>
        <p:blipFill>
          <a:blip r:embed="rId3">
            <a:extLst>
              <a:ext uri="{28A0092B-C50C-407E-A947-70E740481C1C}">
                <a14:useLocalDpi xmlns:a14="http://schemas.microsoft.com/office/drawing/2010/main" val="0"/>
              </a:ext>
            </a:extLst>
          </a:blip>
          <a:stretch>
            <a:fillRect/>
          </a:stretch>
        </p:blipFill>
        <p:spPr>
          <a:xfrm>
            <a:off x="0" y="5669280"/>
            <a:ext cx="12192000" cy="11887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725891" y="384048"/>
            <a:ext cx="2265218"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سادساُ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الإنجازات</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الإدارية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 والمالية</a:t>
            </a:r>
            <a:endParaRPr lang="en-US" sz="1400" b="1" dirty="0">
              <a:latin typeface="Arial" pitchFamily="34" charset="0"/>
              <a:ea typeface="Arial" pitchFamily="34" charset="-122"/>
              <a:cs typeface="Arial" pitchFamily="34" charset="-120"/>
            </a:endParaRPr>
          </a:p>
        </p:txBody>
      </p:sp>
      <p:sp>
        <p:nvSpPr>
          <p:cNvPr id="3" name="Text 1"/>
          <p:cNvSpPr/>
          <p:nvPr/>
        </p:nvSpPr>
        <p:spPr>
          <a:xfrm>
            <a:off x="1902171" y="342900"/>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الإنجازات </a:t>
            </a:r>
            <a:r>
              <a:rPr lang="en-US" sz="2800" b="1" dirty="0" err="1">
                <a:solidFill>
                  <a:schemeClr val="bg1"/>
                </a:solidFill>
                <a:latin typeface="Arial" pitchFamily="34" charset="0"/>
                <a:ea typeface="Arial" pitchFamily="34" charset="-122"/>
                <a:cs typeface="Arial" pitchFamily="34" charset="-120"/>
              </a:rPr>
              <a:t>الإدارية</a:t>
            </a:r>
            <a:r>
              <a:rPr lang="en-US" sz="2800" b="1" dirty="0">
                <a:solidFill>
                  <a:schemeClr val="bg1"/>
                </a:solidFill>
                <a:latin typeface="Arial" pitchFamily="34" charset="0"/>
                <a:ea typeface="Arial" pitchFamily="34" charset="-122"/>
                <a:cs typeface="Arial" pitchFamily="34" charset="-120"/>
              </a:rPr>
              <a:t> و</a:t>
            </a:r>
            <a:r>
              <a:rPr lang="ar-SA" sz="2800" b="1" dirty="0">
                <a:solidFill>
                  <a:schemeClr val="bg1"/>
                </a:solidFill>
                <a:latin typeface="Arial" pitchFamily="34" charset="0"/>
                <a:ea typeface="Arial" pitchFamily="34" charset="-122"/>
                <a:cs typeface="Arial" pitchFamily="34" charset="-120"/>
              </a:rPr>
              <a:t>المالية</a:t>
            </a:r>
            <a:endParaRPr lang="en-US" sz="2800" dirty="0">
              <a:solidFill>
                <a:schemeClr val="bg1"/>
              </a:solidFill>
            </a:endParaRPr>
          </a:p>
        </p:txBody>
      </p:sp>
      <p:sp>
        <p:nvSpPr>
          <p:cNvPr id="7" name="Text 5"/>
          <p:cNvSpPr/>
          <p:nvPr/>
        </p:nvSpPr>
        <p:spPr>
          <a:xfrm>
            <a:off x="748314" y="1417320"/>
            <a:ext cx="11138885" cy="5056632"/>
          </a:xfrm>
          <a:prstGeom prst="rect">
            <a:avLst/>
          </a:prstGeom>
          <a:noFill/>
          <a:ln/>
        </p:spPr>
        <p:txBody>
          <a:bodyPr wrap="square" rtlCol="0" anchor="ctr"/>
          <a:lstStyle/>
          <a:p>
            <a:pPr marL="0" indent="0" algn="r" rtl="1">
              <a:buNone/>
            </a:pPr>
            <a:endParaRPr lang="en-US" sz="1250" b="1" dirty="0"/>
          </a:p>
        </p:txBody>
      </p:sp>
      <p:sp>
        <p:nvSpPr>
          <p:cNvPr id="15" name="Text 13"/>
          <p:cNvSpPr/>
          <p:nvPr/>
        </p:nvSpPr>
        <p:spPr>
          <a:xfrm>
            <a:off x="822960" y="1033272"/>
            <a:ext cx="11064240" cy="5440680"/>
          </a:xfrm>
          <a:prstGeom prst="rect">
            <a:avLst/>
          </a:prstGeom>
          <a:noFill/>
          <a:ln/>
        </p:spPr>
        <p:txBody>
          <a:bodyPr wrap="square" rtlCol="0" anchor="ctr"/>
          <a:lstStyle/>
          <a:p>
            <a:pPr marL="0" indent="0" algn="r" rtl="1">
              <a:buNone/>
            </a:pPr>
            <a:endParaRPr lang="en-US" sz="1250" b="1" dirty="0"/>
          </a:p>
        </p:txBody>
      </p:sp>
      <p:sp>
        <p:nvSpPr>
          <p:cNvPr id="23" name="Text 21"/>
          <p:cNvSpPr/>
          <p:nvPr/>
        </p:nvSpPr>
        <p:spPr>
          <a:xfrm>
            <a:off x="822960" y="4892040"/>
            <a:ext cx="9132803" cy="731520"/>
          </a:xfrm>
          <a:prstGeom prst="rect">
            <a:avLst/>
          </a:prstGeom>
          <a:noFill/>
          <a:ln/>
        </p:spPr>
        <p:txBody>
          <a:bodyPr wrap="square" rtlCol="0" anchor="ctr"/>
          <a:lstStyle/>
          <a:p>
            <a:pPr marL="0" indent="0" algn="r" rtl="1">
              <a:buNone/>
            </a:pPr>
            <a:endParaRPr lang="en-US" sz="1250" b="1" dirty="0"/>
          </a:p>
        </p:txBody>
      </p:sp>
      <p:sp>
        <p:nvSpPr>
          <p:cNvPr id="24" name="Text 22"/>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5" name="Text 2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15</a:t>
            </a:r>
            <a:endParaRPr lang="en-US" sz="900" dirty="0"/>
          </a:p>
        </p:txBody>
      </p:sp>
      <p:sp>
        <p:nvSpPr>
          <p:cNvPr id="34" name="مربع نص 33">
            <a:extLst>
              <a:ext uri="{FF2B5EF4-FFF2-40B4-BE49-F238E27FC236}">
                <a16:creationId xmlns:a16="http://schemas.microsoft.com/office/drawing/2014/main" id="{D342E4AA-20B2-4AC0-871E-9CB4C0E183CD}"/>
              </a:ext>
            </a:extLst>
          </p:cNvPr>
          <p:cNvSpPr txBox="1"/>
          <p:nvPr/>
        </p:nvSpPr>
        <p:spPr>
          <a:xfrm>
            <a:off x="304802" y="1046491"/>
            <a:ext cx="11582398" cy="4486100"/>
          </a:xfrm>
          <a:prstGeom prst="rect">
            <a:avLst/>
          </a:prstGeom>
          <a:noFill/>
        </p:spPr>
        <p:txBody>
          <a:bodyPr wrap="square" rtlCol="1">
            <a:spAutoFit/>
          </a:bodyPr>
          <a:lstStyle/>
          <a:p>
            <a:pPr marL="285750" indent="-285750" algn="r" rtl="1">
              <a:lnSpc>
                <a:spcPct val="150000"/>
              </a:lnSpc>
              <a:buFont typeface="Wingdings" panose="05000000000000000000" pitchFamily="2" charset="2"/>
              <a:buChar char="ü"/>
            </a:pPr>
            <a:r>
              <a:rPr lang="ar-SA" sz="1600" b="1" dirty="0"/>
              <a:t>أتممه العمل المحاسبي و إدخال برنامج "قيود" المجاز من المركز الوطني.</a:t>
            </a:r>
          </a:p>
          <a:p>
            <a:pPr marL="285750" indent="-285750" algn="r" rtl="1">
              <a:lnSpc>
                <a:spcPct val="150000"/>
              </a:lnSpc>
              <a:buFont typeface="Wingdings" panose="05000000000000000000" pitchFamily="2" charset="2"/>
              <a:buChar char="ü"/>
            </a:pPr>
            <a:r>
              <a:rPr lang="ar-SA" sz="1600" b="1" dirty="0"/>
              <a:t>بناء الشجرة المحاسبية وفق الدليل المعتمد للجمعيات الخيرية.</a:t>
            </a:r>
          </a:p>
          <a:p>
            <a:pPr marL="285750" indent="-285750" algn="r" rtl="1">
              <a:lnSpc>
                <a:spcPct val="150000"/>
              </a:lnSpc>
              <a:buFont typeface="Wingdings" panose="05000000000000000000" pitchFamily="2" charset="2"/>
              <a:buChar char="ü"/>
            </a:pPr>
            <a:r>
              <a:rPr lang="ar-SA" sz="1600" b="1" dirty="0"/>
              <a:t>إقفال الأرباع السنوية لعام 2025م بكفاءة و موثوقية عالية.</a:t>
            </a:r>
          </a:p>
          <a:p>
            <a:pPr marL="285750" indent="-285750" algn="r" rtl="1">
              <a:lnSpc>
                <a:spcPct val="150000"/>
              </a:lnSpc>
              <a:buFont typeface="Wingdings" panose="05000000000000000000" pitchFamily="2" charset="2"/>
              <a:buChar char="ü"/>
            </a:pPr>
            <a:r>
              <a:rPr lang="ar-SA" sz="1600" b="1" dirty="0"/>
              <a:t>إعداد الموازنة التقديرية للعام المالي 2026م و اعتمادها من قبل مجلس الإدارة والجمعية.</a:t>
            </a:r>
          </a:p>
          <a:p>
            <a:pPr marL="285750" indent="-285750" algn="r" rtl="1">
              <a:lnSpc>
                <a:spcPct val="150000"/>
              </a:lnSpc>
              <a:buFont typeface="Wingdings" panose="05000000000000000000" pitchFamily="2" charset="2"/>
              <a:buChar char="ü"/>
            </a:pPr>
            <a:r>
              <a:rPr lang="ar-SA" sz="1600" b="1" dirty="0"/>
              <a:t>تنفيذ جرد مالي و وحصري من الواقع الفعلي شامل لكافة أصول الجمعية و توثيقها رسمياً.</a:t>
            </a:r>
          </a:p>
          <a:p>
            <a:pPr marL="285750" indent="-285750" algn="r" rtl="1">
              <a:lnSpc>
                <a:spcPct val="150000"/>
              </a:lnSpc>
              <a:buFont typeface="Wingdings" panose="05000000000000000000" pitchFamily="2" charset="2"/>
              <a:buChar char="ü"/>
            </a:pPr>
            <a:r>
              <a:rPr lang="ar-SA" sz="1600" b="1" dirty="0"/>
              <a:t>إعداد القوائم المالية و اعتمدت من المركز الوطني لتنمية القطاع الغير ربحي.</a:t>
            </a:r>
          </a:p>
          <a:p>
            <a:pPr marL="285750" indent="-285750" algn="r" rtl="1">
              <a:lnSpc>
                <a:spcPct val="150000"/>
              </a:lnSpc>
              <a:buFont typeface="Wingdings" panose="05000000000000000000" pitchFamily="2" charset="2"/>
              <a:buChar char="ü"/>
            </a:pPr>
            <a:r>
              <a:rPr lang="ar-SA" sz="1600" b="1" dirty="0">
                <a:effectLst/>
                <a:latin typeface="Calibri" panose="020F0502020204030204" pitchFamily="34" charset="0"/>
                <a:ea typeface="Calibri" panose="020F0502020204030204" pitchFamily="34" charset="0"/>
                <a:cs typeface="Arial" panose="020B0604020202020204" pitchFamily="34" charset="0"/>
              </a:rPr>
              <a:t>أرشفة جميع مستندات الجمعية ورقيًا وإلكترونيًا لم تكن موجودة في عام</a:t>
            </a:r>
            <a:r>
              <a:rPr lang="en-US" sz="1600" b="1" dirty="0">
                <a:effectLst/>
                <a:latin typeface="Calibri" panose="020F0502020204030204" pitchFamily="34" charset="0"/>
                <a:ea typeface="Calibri" panose="020F0502020204030204" pitchFamily="34" charset="0"/>
                <a:cs typeface="Arial" panose="020B0604020202020204" pitchFamily="34" charset="0"/>
              </a:rPr>
              <a:t> </a:t>
            </a:r>
            <a:r>
              <a:rPr lang="ar-SA" sz="1600" b="1" dirty="0">
                <a:effectLst/>
                <a:latin typeface="Calibri" panose="020F0502020204030204" pitchFamily="34" charset="0"/>
                <a:ea typeface="Calibri" panose="020F0502020204030204" pitchFamily="34" charset="0"/>
                <a:cs typeface="Arial" panose="020B0604020202020204" pitchFamily="34" charset="0"/>
              </a:rPr>
              <a:t>2025م.</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285750" indent="-285750" algn="r" rtl="1">
              <a:lnSpc>
                <a:spcPct val="150000"/>
              </a:lnSpc>
              <a:buFont typeface="Wingdings" panose="05000000000000000000" pitchFamily="2" charset="2"/>
              <a:buChar char="ü"/>
            </a:pPr>
            <a:r>
              <a:rPr lang="ar-SA" sz="1600" b="1" dirty="0">
                <a:effectLst/>
                <a:latin typeface="Calibri" panose="020F0502020204030204" pitchFamily="34" charset="0"/>
                <a:ea typeface="Calibri" panose="020F0502020204030204" pitchFamily="34" charset="0"/>
                <a:cs typeface="Arial" panose="020B0604020202020204" pitchFamily="34" charset="0"/>
              </a:rPr>
              <a:t>إنشاء وتنفيذ نظام الاتصالات الإدارية الصادر والوارد لكل المستندات منذ بداية عام 2026م.</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285750" indent="-285750" algn="r" rtl="1">
              <a:lnSpc>
                <a:spcPct val="150000"/>
              </a:lnSpc>
              <a:buFont typeface="Wingdings" panose="05000000000000000000" pitchFamily="2" charset="2"/>
              <a:buChar char="ü"/>
            </a:pPr>
            <a:r>
              <a:rPr lang="ar-SA" sz="1600" b="1" dirty="0">
                <a:effectLst/>
                <a:latin typeface="Calibri" panose="020F0502020204030204" pitchFamily="34" charset="0"/>
                <a:ea typeface="Calibri" panose="020F0502020204030204" pitchFamily="34" charset="0"/>
                <a:cs typeface="Arial" panose="020B0604020202020204" pitchFamily="34" charset="0"/>
              </a:rPr>
              <a:t>تطوير الموقع الإلكتروني للجمعية بما يتوافق مع متطلبات الحوكمة و المركز الوطني ويحفظ خصوصية الأعضاء.</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285750" indent="-285750" algn="r" rtl="1">
              <a:lnSpc>
                <a:spcPct val="150000"/>
              </a:lnSpc>
              <a:buFont typeface="Wingdings" panose="05000000000000000000" pitchFamily="2" charset="2"/>
              <a:buChar char="ü"/>
            </a:pPr>
            <a:r>
              <a:rPr lang="ar-SA" sz="1600" b="1" dirty="0">
                <a:effectLst/>
                <a:latin typeface="Calibri" panose="020F0502020204030204" pitchFamily="34" charset="0"/>
                <a:ea typeface="Calibri" panose="020F0502020204030204" pitchFamily="34" charset="0"/>
                <a:cs typeface="Arial" panose="020B0604020202020204" pitchFamily="34" charset="0"/>
              </a:rPr>
              <a:t>تطوير بعض السياسات الداخلية ورفعها على الموقع الإلكتروني.</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p>
            <a:pPr marL="285750" indent="-285750" algn="r" rtl="1">
              <a:lnSpc>
                <a:spcPct val="150000"/>
              </a:lnSpc>
              <a:buFont typeface="Wingdings" panose="05000000000000000000" pitchFamily="2" charset="2"/>
              <a:buChar char="ü"/>
            </a:pPr>
            <a:r>
              <a:rPr lang="ar-SA" sz="1600" b="1" dirty="0">
                <a:effectLst/>
                <a:latin typeface="Calibri" panose="020F0502020204030204" pitchFamily="34" charset="0"/>
                <a:ea typeface="Calibri" panose="020F0502020204030204" pitchFamily="34" charset="0"/>
                <a:cs typeface="Arial" panose="020B0604020202020204" pitchFamily="34" charset="0"/>
              </a:rPr>
              <a:t>متابعة الالتزام والحوكمة جاري العمل عليها.</a:t>
            </a:r>
          </a:p>
          <a:p>
            <a:pPr marL="285750" indent="-285750" algn="r" rtl="1">
              <a:lnSpc>
                <a:spcPct val="150000"/>
              </a:lnSpc>
              <a:buFont typeface="Wingdings" panose="05000000000000000000" pitchFamily="2" charset="2"/>
              <a:buChar char="ü"/>
            </a:pPr>
            <a:r>
              <a:rPr lang="ar-SA" sz="1600" b="1" dirty="0">
                <a:latin typeface="Calibri" panose="020F0502020204030204" pitchFamily="34" charset="0"/>
                <a:ea typeface="Calibri" panose="020F0502020204030204" pitchFamily="34" charset="0"/>
                <a:cs typeface="Arial" panose="020B0604020202020204" pitchFamily="34" charset="0"/>
              </a:rPr>
              <a:t>حل جميع اللجان السابقة و الاكتفاء بلجنتين فقط و هما (اللجنة التنفيذية) (لجنة المساعدات الطبية).</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5" name="Picture 16">
            <a:extLst>
              <a:ext uri="{FF2B5EF4-FFF2-40B4-BE49-F238E27FC236}">
                <a16:creationId xmlns:a16="http://schemas.microsoft.com/office/drawing/2014/main" id="{C9934A00-63AF-4288-BABE-44FF49212788}"/>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86800" y="384048"/>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سادساُ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الإنجازات</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الإدارية</a:t>
            </a:r>
            <a:r>
              <a:rPr lang="en-US" sz="1400" b="1" dirty="0">
                <a:latin typeface="Arial" pitchFamily="34" charset="0"/>
                <a:ea typeface="Arial" pitchFamily="34" charset="-122"/>
                <a:cs typeface="Arial" pitchFamily="34" charset="-120"/>
              </a:rPr>
              <a:t> </a:t>
            </a:r>
            <a:r>
              <a:rPr lang="ar-SA" sz="1400" b="1" dirty="0">
                <a:latin typeface="Arial" pitchFamily="34" charset="0"/>
                <a:ea typeface="Arial" pitchFamily="34" charset="-122"/>
                <a:cs typeface="Arial" pitchFamily="34" charset="-120"/>
              </a:rPr>
              <a:t>و المالية</a:t>
            </a:r>
            <a:endParaRPr lang="en-US" sz="1400" dirty="0"/>
          </a:p>
        </p:txBody>
      </p:sp>
      <p:sp>
        <p:nvSpPr>
          <p:cNvPr id="3" name="Text 1"/>
          <p:cNvSpPr/>
          <p:nvPr/>
        </p:nvSpPr>
        <p:spPr>
          <a:xfrm>
            <a:off x="2049469" y="347472"/>
            <a:ext cx="7483151"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000" b="1" dirty="0">
                <a:solidFill>
                  <a:schemeClr val="bg1"/>
                </a:solidFill>
                <a:latin typeface="Arial" pitchFamily="34" charset="0"/>
                <a:ea typeface="Arial" pitchFamily="34" charset="-122"/>
                <a:cs typeface="Arial" pitchFamily="34" charset="-120"/>
              </a:rPr>
              <a:t>الانتقال إلى المقر الجديد وتنمية الموارد المالية</a:t>
            </a:r>
            <a:endParaRPr lang="en-US" sz="2000" dirty="0">
              <a:solidFill>
                <a:schemeClr val="bg1"/>
              </a:solidFill>
            </a:endParaRPr>
          </a:p>
        </p:txBody>
      </p:sp>
      <p:sp>
        <p:nvSpPr>
          <p:cNvPr id="4" name="Shape 2"/>
          <p:cNvSpPr/>
          <p:nvPr/>
        </p:nvSpPr>
        <p:spPr>
          <a:xfrm>
            <a:off x="640080" y="1497918"/>
            <a:ext cx="11064240" cy="2148840"/>
          </a:xfrm>
          <a:prstGeom prst="roundRect">
            <a:avLst>
              <a:gd name="adj" fmla="val 3404"/>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5" name="Text 3"/>
          <p:cNvSpPr/>
          <p:nvPr/>
        </p:nvSpPr>
        <p:spPr>
          <a:xfrm>
            <a:off x="822960" y="1462126"/>
            <a:ext cx="10515600" cy="458114"/>
          </a:xfrm>
          <a:prstGeom prst="rect">
            <a:avLst/>
          </a:prstGeom>
          <a:noFill/>
          <a:ln/>
        </p:spPr>
        <p:txBody>
          <a:bodyPr wrap="square" rtlCol="0" anchor="ctr"/>
          <a:lstStyle/>
          <a:p>
            <a:pPr marL="0" indent="0" algn="r" rtl="1">
              <a:buNone/>
            </a:pPr>
            <a:r>
              <a:rPr lang="en-US" sz="1500" b="1" dirty="0">
                <a:latin typeface="Arial" pitchFamily="34" charset="0"/>
                <a:ea typeface="Arial" pitchFamily="34" charset="-122"/>
                <a:cs typeface="Arial" pitchFamily="34" charset="-120"/>
              </a:rPr>
              <a:t>الانتقال إلى المقر الجديد</a:t>
            </a:r>
            <a:endParaRPr lang="en-US" sz="1500" dirty="0"/>
          </a:p>
        </p:txBody>
      </p:sp>
      <p:sp>
        <p:nvSpPr>
          <p:cNvPr id="6" name="Text 4"/>
          <p:cNvSpPr/>
          <p:nvPr/>
        </p:nvSpPr>
        <p:spPr>
          <a:xfrm>
            <a:off x="548640" y="1810512"/>
            <a:ext cx="6766560" cy="1463040"/>
          </a:xfrm>
          <a:prstGeom prst="rect">
            <a:avLst/>
          </a:prstGeom>
          <a:noFill/>
          <a:ln/>
        </p:spPr>
        <p:txBody>
          <a:bodyPr wrap="square" rtlCol="0" anchor="ctr"/>
          <a:lstStyle/>
          <a:p>
            <a:pPr marL="0" indent="0" algn="r" rtl="1">
              <a:lnSpc>
                <a:spcPct val="130000"/>
              </a:lnSpc>
              <a:buNone/>
            </a:pPr>
            <a:r>
              <a:rPr lang="en-US" sz="1400" b="1" dirty="0" err="1">
                <a:latin typeface="Arial" pitchFamily="34" charset="0"/>
                <a:ea typeface="Arial" pitchFamily="34" charset="-122"/>
                <a:cs typeface="Arial" pitchFamily="34" charset="-120"/>
              </a:rPr>
              <a:t>الانتقال</a:t>
            </a:r>
            <a:r>
              <a:rPr lang="en-US" sz="1400" b="1" dirty="0">
                <a:latin typeface="Arial" pitchFamily="34" charset="0"/>
                <a:ea typeface="Arial" pitchFamily="34" charset="-122"/>
                <a:cs typeface="Arial" pitchFamily="34" charset="-120"/>
              </a:rPr>
              <a:t> من المقر السابق إلى المقر الحالي، بإيجار سنوي قدره 45,000 ريال، وبدعم من نائب رئيس مجلس الإدارة، مما أسهم في خفض الأعباء المالية المرتبطة بالمقر مقارنة بالمقر السابق الذي بلغت قيمته الإيجارية السنوية 70,000 ريال.</a:t>
            </a:r>
            <a:endParaRPr lang="en-US" sz="1400" b="1" dirty="0"/>
          </a:p>
        </p:txBody>
      </p:sp>
      <p:sp>
        <p:nvSpPr>
          <p:cNvPr id="7" name="Shape 5"/>
          <p:cNvSpPr/>
          <p:nvPr/>
        </p:nvSpPr>
        <p:spPr>
          <a:xfrm flipH="1">
            <a:off x="7437120" y="1871195"/>
            <a:ext cx="3735977" cy="1417320"/>
          </a:xfrm>
          <a:prstGeom prst="homePlate">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8" name="Text 6"/>
          <p:cNvSpPr/>
          <p:nvPr/>
        </p:nvSpPr>
        <p:spPr>
          <a:xfrm>
            <a:off x="7818120" y="2075688"/>
            <a:ext cx="3429000" cy="779526"/>
          </a:xfrm>
          <a:prstGeom prst="rect">
            <a:avLst/>
          </a:prstGeom>
          <a:noFill/>
          <a:ln/>
        </p:spPr>
        <p:txBody>
          <a:bodyPr wrap="square" rtlCol="0" anchor="ctr"/>
          <a:lstStyle/>
          <a:p>
            <a:pPr marL="0" indent="0" algn="ctr">
              <a:buNone/>
            </a:pPr>
            <a:r>
              <a:rPr lang="en-US" sz="2600" b="1" dirty="0">
                <a:latin typeface="Arial" pitchFamily="34" charset="0"/>
                <a:ea typeface="Arial" pitchFamily="34" charset="-122"/>
                <a:cs typeface="Arial" pitchFamily="34" charset="-120"/>
              </a:rPr>
              <a:t>45,000</a:t>
            </a:r>
            <a:endParaRPr lang="en-US" sz="2600" dirty="0"/>
          </a:p>
        </p:txBody>
      </p:sp>
      <p:sp>
        <p:nvSpPr>
          <p:cNvPr id="9" name="Text 7"/>
          <p:cNvSpPr/>
          <p:nvPr/>
        </p:nvSpPr>
        <p:spPr>
          <a:xfrm>
            <a:off x="7818120" y="2788006"/>
            <a:ext cx="3429000" cy="566928"/>
          </a:xfrm>
          <a:prstGeom prst="rect">
            <a:avLst/>
          </a:prstGeom>
          <a:noFill/>
          <a:ln/>
        </p:spPr>
        <p:txBody>
          <a:bodyPr wrap="square" rtlCol="0" anchor="ctr"/>
          <a:lstStyle/>
          <a:p>
            <a:pPr marL="0" indent="0" algn="ctr" rtl="1">
              <a:buNone/>
            </a:pPr>
            <a:r>
              <a:rPr lang="en-US" sz="1300" b="1" dirty="0">
                <a:latin typeface="Arial" pitchFamily="34" charset="0"/>
                <a:ea typeface="Arial" pitchFamily="34" charset="-122"/>
                <a:cs typeface="Arial" pitchFamily="34" charset="-120"/>
              </a:rPr>
              <a:t>الإيجار السنوي الجديد ريال — مقابل 70,000 سابقًا</a:t>
            </a:r>
            <a:endParaRPr lang="en-US" sz="1300" b="1" dirty="0"/>
          </a:p>
        </p:txBody>
      </p:sp>
      <p:sp>
        <p:nvSpPr>
          <p:cNvPr id="15" name="Text 13"/>
          <p:cNvSpPr/>
          <p:nvPr/>
        </p:nvSpPr>
        <p:spPr>
          <a:xfrm>
            <a:off x="7818120" y="5271516"/>
            <a:ext cx="3429000" cy="640080"/>
          </a:xfrm>
          <a:prstGeom prst="rect">
            <a:avLst/>
          </a:prstGeom>
          <a:noFill/>
          <a:ln/>
        </p:spPr>
        <p:txBody>
          <a:bodyPr wrap="square" rtlCol="0" anchor="ctr"/>
          <a:lstStyle/>
          <a:p>
            <a:pPr marL="0" indent="0" algn="ctr" rtl="1">
              <a:buNone/>
            </a:pPr>
            <a:endParaRPr lang="en-US" sz="1400" b="1" dirty="0"/>
          </a:p>
        </p:txBody>
      </p:sp>
      <p:sp>
        <p:nvSpPr>
          <p:cNvPr id="16" name="Text 14"/>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7" name="Text 15"/>
          <p:cNvSpPr/>
          <p:nvPr/>
        </p:nvSpPr>
        <p:spPr>
          <a:xfrm>
            <a:off x="11521440" y="6537960"/>
            <a:ext cx="365760" cy="274320"/>
          </a:xfrm>
          <a:prstGeom prst="rect">
            <a:avLst/>
          </a:prstGeom>
          <a:noFill/>
          <a:ln/>
        </p:spPr>
        <p:txBody>
          <a:bodyPr wrap="square" rtlCol="0" anchor="ctr"/>
          <a:lstStyle/>
          <a:p>
            <a:pPr marL="0" indent="0" algn="r">
              <a:buNone/>
            </a:pPr>
            <a:r>
              <a:rPr lang="en-US" sz="900" dirty="0">
                <a:latin typeface="Arial" pitchFamily="34" charset="0"/>
                <a:ea typeface="Arial" pitchFamily="34" charset="-122"/>
                <a:cs typeface="Arial" pitchFamily="34" charset="-120"/>
              </a:rPr>
              <a:t>16</a:t>
            </a:r>
            <a:endParaRPr lang="en-US" sz="900" dirty="0"/>
          </a:p>
        </p:txBody>
      </p:sp>
      <p:pic>
        <p:nvPicPr>
          <p:cNvPr id="19" name="Picture 16">
            <a:extLst>
              <a:ext uri="{FF2B5EF4-FFF2-40B4-BE49-F238E27FC236}">
                <a16:creationId xmlns:a16="http://schemas.microsoft.com/office/drawing/2014/main" id="{FAE3C6B4-4603-4383-B3D2-91F79B1ADC12}"/>
              </a:ext>
            </a:extLst>
          </p:cNvPr>
          <p:cNvPicPr/>
          <p:nvPr/>
        </p:nvPicPr>
        <p:blipFill>
          <a:blip r:embed="rId3">
            <a:extLst>
              <a:ext uri="{28A0092B-C50C-407E-A947-70E740481C1C}">
                <a14:useLocalDpi xmlns:a14="http://schemas.microsoft.com/office/drawing/2010/main" val="0"/>
              </a:ext>
            </a:extLst>
          </a:blip>
          <a:stretch>
            <a:fillRect/>
          </a:stretch>
        </p:blipFill>
        <p:spPr>
          <a:xfrm>
            <a:off x="0" y="5664200"/>
            <a:ext cx="12192000" cy="119379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503920" y="384048"/>
            <a:ext cx="338328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سابعاً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تنمية</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الموارد</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المالية</a:t>
            </a:r>
            <a:endParaRPr lang="en-US" sz="1400" dirty="0"/>
          </a:p>
        </p:txBody>
      </p:sp>
      <p:sp>
        <p:nvSpPr>
          <p:cNvPr id="3" name="Text 1"/>
          <p:cNvSpPr/>
          <p:nvPr/>
        </p:nvSpPr>
        <p:spPr>
          <a:xfrm>
            <a:off x="2148840" y="329667"/>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تنمية الموارد المالية والاستدامة</a:t>
            </a:r>
            <a:endParaRPr lang="en-US" sz="2800" dirty="0">
              <a:solidFill>
                <a:schemeClr val="bg1"/>
              </a:solidFill>
            </a:endParaRPr>
          </a:p>
        </p:txBody>
      </p:sp>
      <p:sp>
        <p:nvSpPr>
          <p:cNvPr id="4" name="Shape 2"/>
          <p:cNvSpPr/>
          <p:nvPr/>
        </p:nvSpPr>
        <p:spPr>
          <a:xfrm>
            <a:off x="548640" y="1417320"/>
            <a:ext cx="3566160" cy="975407"/>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5" name="Text 3"/>
          <p:cNvSpPr/>
          <p:nvPr/>
        </p:nvSpPr>
        <p:spPr>
          <a:xfrm>
            <a:off x="548640" y="1527048"/>
            <a:ext cx="3566160" cy="854964"/>
          </a:xfrm>
          <a:prstGeom prst="rect">
            <a:avLst/>
          </a:prstGeom>
          <a:noFill/>
          <a:ln/>
        </p:spPr>
        <p:txBody>
          <a:bodyPr wrap="square"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27</a:t>
            </a:r>
          </a:p>
          <a:p>
            <a:pPr algn="ctr"/>
            <a:r>
              <a:rPr lang="en-US" sz="2000" b="1" dirty="0" err="1">
                <a:solidFill>
                  <a:schemeClr val="bg1"/>
                </a:solidFill>
                <a:latin typeface="Arial" pitchFamily="34" charset="0"/>
                <a:ea typeface="Arial" pitchFamily="34" charset="-122"/>
                <a:cs typeface="Arial" pitchFamily="34" charset="-120"/>
              </a:rPr>
              <a:t>منحة</a:t>
            </a:r>
            <a:r>
              <a:rPr lang="en-US" sz="2000" b="1" dirty="0">
                <a:solidFill>
                  <a:schemeClr val="bg1"/>
                </a:solidFill>
                <a:latin typeface="Arial" pitchFamily="34" charset="0"/>
                <a:ea typeface="Arial" pitchFamily="34" charset="-122"/>
                <a:cs typeface="Arial" pitchFamily="34" charset="-120"/>
              </a:rPr>
              <a:t> </a:t>
            </a:r>
            <a:r>
              <a:rPr lang="en-US" sz="2000" b="1" dirty="0" err="1">
                <a:solidFill>
                  <a:schemeClr val="bg1"/>
                </a:solidFill>
                <a:latin typeface="Arial" pitchFamily="34" charset="0"/>
                <a:ea typeface="Arial" pitchFamily="34" charset="-122"/>
                <a:cs typeface="Arial" pitchFamily="34" charset="-120"/>
              </a:rPr>
              <a:t>تم</a:t>
            </a:r>
            <a:r>
              <a:rPr lang="en-US" sz="2000" b="1" dirty="0">
                <a:solidFill>
                  <a:schemeClr val="bg1"/>
                </a:solidFill>
                <a:latin typeface="Arial" pitchFamily="34" charset="0"/>
                <a:ea typeface="Arial" pitchFamily="34" charset="-122"/>
                <a:cs typeface="Arial" pitchFamily="34" charset="-120"/>
              </a:rPr>
              <a:t> </a:t>
            </a:r>
            <a:r>
              <a:rPr lang="en-US" sz="2000" b="1" dirty="0" err="1">
                <a:solidFill>
                  <a:schemeClr val="bg1"/>
                </a:solidFill>
                <a:latin typeface="Arial" pitchFamily="34" charset="0"/>
                <a:ea typeface="Arial" pitchFamily="34" charset="-122"/>
                <a:cs typeface="Arial" pitchFamily="34" charset="-120"/>
              </a:rPr>
              <a:t>التقديم</a:t>
            </a:r>
            <a:r>
              <a:rPr lang="en-US" sz="2000" b="1" dirty="0">
                <a:solidFill>
                  <a:schemeClr val="bg1"/>
                </a:solidFill>
                <a:latin typeface="Arial" pitchFamily="34" charset="0"/>
                <a:ea typeface="Arial" pitchFamily="34" charset="-122"/>
                <a:cs typeface="Arial" pitchFamily="34" charset="-120"/>
              </a:rPr>
              <a:t> </a:t>
            </a:r>
            <a:r>
              <a:rPr lang="en-US" sz="2000" b="1" dirty="0" err="1">
                <a:solidFill>
                  <a:schemeClr val="bg1"/>
                </a:solidFill>
                <a:latin typeface="Arial" pitchFamily="34" charset="0"/>
                <a:ea typeface="Arial" pitchFamily="34" charset="-122"/>
                <a:cs typeface="Arial" pitchFamily="34" charset="-120"/>
              </a:rPr>
              <a:t>عليها</a:t>
            </a:r>
            <a:endParaRPr lang="en-US" sz="2000" b="1" dirty="0">
              <a:solidFill>
                <a:schemeClr val="bg1"/>
              </a:solidFill>
            </a:endParaRPr>
          </a:p>
          <a:p>
            <a:pPr marL="0" indent="0" algn="ctr">
              <a:buNone/>
            </a:pPr>
            <a:endParaRPr lang="en-US" sz="2000" dirty="0">
              <a:solidFill>
                <a:schemeClr val="bg1"/>
              </a:solidFill>
            </a:endParaRPr>
          </a:p>
        </p:txBody>
      </p:sp>
      <p:sp>
        <p:nvSpPr>
          <p:cNvPr id="7" name="Shape 5"/>
          <p:cNvSpPr/>
          <p:nvPr/>
        </p:nvSpPr>
        <p:spPr>
          <a:xfrm>
            <a:off x="4297680" y="1417320"/>
            <a:ext cx="3566160" cy="964692"/>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8" name="Text 6"/>
          <p:cNvSpPr/>
          <p:nvPr/>
        </p:nvSpPr>
        <p:spPr>
          <a:xfrm>
            <a:off x="4312920" y="1572768"/>
            <a:ext cx="3566160" cy="854964"/>
          </a:xfrm>
          <a:prstGeom prst="rect">
            <a:avLst/>
          </a:prstGeom>
          <a:noFill/>
          <a:ln/>
        </p:spPr>
        <p:txBody>
          <a:bodyPr wrap="square" rtlCol="0" anchor="ctr"/>
          <a:lstStyle/>
          <a:p>
            <a:pPr marL="0" indent="0" algn="ctr">
              <a:buNone/>
            </a:pPr>
            <a:r>
              <a:rPr lang="en-US" b="1" dirty="0">
                <a:solidFill>
                  <a:schemeClr val="bg1"/>
                </a:solidFill>
                <a:latin typeface="Arial" pitchFamily="34" charset="0"/>
                <a:cs typeface="Arial" pitchFamily="34" charset="-120"/>
              </a:rPr>
              <a:t>2</a:t>
            </a:r>
          </a:p>
          <a:p>
            <a:pPr algn="ctr"/>
            <a:r>
              <a:rPr lang="en-US" b="1" dirty="0" err="1">
                <a:solidFill>
                  <a:schemeClr val="bg1"/>
                </a:solidFill>
                <a:latin typeface="Arial" pitchFamily="34" charset="0"/>
                <a:ea typeface="Arial" pitchFamily="34" charset="-122"/>
                <a:cs typeface="Arial" pitchFamily="34" charset="-120"/>
              </a:rPr>
              <a:t>منح</a:t>
            </a:r>
            <a:r>
              <a:rPr lang="en-US" b="1" dirty="0">
                <a:solidFill>
                  <a:schemeClr val="bg1"/>
                </a:solidFill>
                <a:latin typeface="Arial" pitchFamily="34" charset="0"/>
                <a:ea typeface="Arial" pitchFamily="34" charset="-122"/>
                <a:cs typeface="Arial" pitchFamily="34" charset="-120"/>
              </a:rPr>
              <a:t> </a:t>
            </a:r>
            <a:r>
              <a:rPr lang="en-US" b="1" dirty="0" err="1">
                <a:solidFill>
                  <a:schemeClr val="bg1"/>
                </a:solidFill>
                <a:latin typeface="Arial" pitchFamily="34" charset="0"/>
                <a:ea typeface="Arial" pitchFamily="34" charset="-122"/>
                <a:cs typeface="Arial" pitchFamily="34" charset="-120"/>
              </a:rPr>
              <a:t>مقبولة</a:t>
            </a:r>
            <a:r>
              <a:rPr lang="en-US" b="1" dirty="0">
                <a:solidFill>
                  <a:schemeClr val="bg1"/>
                </a:solidFill>
                <a:latin typeface="Arial" pitchFamily="34" charset="0"/>
                <a:ea typeface="Arial" pitchFamily="34" charset="-122"/>
                <a:cs typeface="Arial" pitchFamily="34" charset="-120"/>
              </a:rPr>
              <a:t> </a:t>
            </a:r>
            <a:r>
              <a:rPr lang="en-US" b="1" dirty="0" err="1">
                <a:solidFill>
                  <a:schemeClr val="bg1"/>
                </a:solidFill>
                <a:latin typeface="Arial" pitchFamily="34" charset="0"/>
                <a:ea typeface="Arial" pitchFamily="34" charset="-122"/>
                <a:cs typeface="Arial" pitchFamily="34" charset="-120"/>
              </a:rPr>
              <a:t>رغم</a:t>
            </a:r>
            <a:r>
              <a:rPr lang="en-US" b="1" dirty="0">
                <a:solidFill>
                  <a:schemeClr val="bg1"/>
                </a:solidFill>
                <a:latin typeface="Arial" pitchFamily="34" charset="0"/>
                <a:ea typeface="Arial" pitchFamily="34" charset="-122"/>
                <a:cs typeface="Arial" pitchFamily="34" charset="-120"/>
              </a:rPr>
              <a:t> </a:t>
            </a:r>
            <a:r>
              <a:rPr lang="en-US" b="1" dirty="0" err="1">
                <a:solidFill>
                  <a:schemeClr val="bg1"/>
                </a:solidFill>
                <a:latin typeface="Arial" pitchFamily="34" charset="0"/>
                <a:ea typeface="Arial" pitchFamily="34" charset="-122"/>
                <a:cs typeface="Arial" pitchFamily="34" charset="-120"/>
              </a:rPr>
              <a:t>عدم</a:t>
            </a:r>
            <a:r>
              <a:rPr lang="en-US" b="1" dirty="0">
                <a:solidFill>
                  <a:schemeClr val="bg1"/>
                </a:solidFill>
                <a:latin typeface="Arial" pitchFamily="34" charset="0"/>
                <a:ea typeface="Arial" pitchFamily="34" charset="-122"/>
                <a:cs typeface="Arial" pitchFamily="34" charset="-120"/>
              </a:rPr>
              <a:t> </a:t>
            </a:r>
            <a:r>
              <a:rPr lang="en-US" b="1" dirty="0" err="1">
                <a:solidFill>
                  <a:schemeClr val="bg1"/>
                </a:solidFill>
                <a:latin typeface="Arial" pitchFamily="34" charset="0"/>
                <a:ea typeface="Arial" pitchFamily="34" charset="-122"/>
                <a:cs typeface="Arial" pitchFamily="34" charset="-120"/>
              </a:rPr>
              <a:t>اكتمال</a:t>
            </a:r>
            <a:r>
              <a:rPr lang="en-US" b="1" dirty="0">
                <a:solidFill>
                  <a:schemeClr val="bg1"/>
                </a:solidFill>
                <a:latin typeface="Arial" pitchFamily="34" charset="0"/>
                <a:ea typeface="Arial" pitchFamily="34" charset="-122"/>
                <a:cs typeface="Arial" pitchFamily="34" charset="-120"/>
              </a:rPr>
              <a:t> </a:t>
            </a:r>
            <a:r>
              <a:rPr lang="en-US" b="1" dirty="0" err="1">
                <a:solidFill>
                  <a:schemeClr val="bg1"/>
                </a:solidFill>
                <a:latin typeface="Arial" pitchFamily="34" charset="0"/>
                <a:ea typeface="Arial" pitchFamily="34" charset="-122"/>
                <a:cs typeface="Arial" pitchFamily="34" charset="-120"/>
              </a:rPr>
              <a:t>الحوكمة</a:t>
            </a:r>
            <a:r>
              <a:rPr lang="en-US" b="1" dirty="0">
                <a:solidFill>
                  <a:schemeClr val="bg1"/>
                </a:solidFill>
                <a:latin typeface="Arial" pitchFamily="34" charset="0"/>
                <a:ea typeface="Arial" pitchFamily="34" charset="-122"/>
                <a:cs typeface="Arial" pitchFamily="34" charset="-120"/>
              </a:rPr>
              <a:t> </a:t>
            </a:r>
            <a:r>
              <a:rPr lang="ar-SA" b="1" dirty="0">
                <a:solidFill>
                  <a:schemeClr val="bg1"/>
                </a:solidFill>
                <a:latin typeface="Arial" pitchFamily="34" charset="0"/>
                <a:ea typeface="Arial" pitchFamily="34" charset="-122"/>
                <a:cs typeface="Arial" pitchFamily="34" charset="-120"/>
              </a:rPr>
              <a:t>و القوائم المالية</a:t>
            </a:r>
            <a:endParaRPr lang="en-US" b="1" dirty="0">
              <a:solidFill>
                <a:schemeClr val="bg1"/>
              </a:solidFill>
            </a:endParaRPr>
          </a:p>
          <a:p>
            <a:pPr marL="0" indent="0" algn="ctr">
              <a:buNone/>
            </a:pPr>
            <a:endParaRPr lang="en-US" sz="2000" dirty="0">
              <a:solidFill>
                <a:schemeClr val="bg1"/>
              </a:solidFill>
            </a:endParaRPr>
          </a:p>
        </p:txBody>
      </p:sp>
      <p:sp>
        <p:nvSpPr>
          <p:cNvPr id="10" name="Shape 8"/>
          <p:cNvSpPr/>
          <p:nvPr/>
        </p:nvSpPr>
        <p:spPr>
          <a:xfrm>
            <a:off x="8046720" y="1417320"/>
            <a:ext cx="3566160" cy="964692"/>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11" name="Text 9"/>
          <p:cNvSpPr/>
          <p:nvPr/>
        </p:nvSpPr>
        <p:spPr>
          <a:xfrm>
            <a:off x="8046720" y="1613916"/>
            <a:ext cx="3566160" cy="854964"/>
          </a:xfrm>
          <a:prstGeom prst="rect">
            <a:avLst/>
          </a:prstGeom>
          <a:noFill/>
          <a:ln/>
        </p:spPr>
        <p:txBody>
          <a:bodyPr wrap="square"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0%</a:t>
            </a:r>
          </a:p>
          <a:p>
            <a:pPr algn="ctr"/>
            <a:r>
              <a:rPr lang="en-US" sz="2000" b="1" dirty="0" err="1">
                <a:solidFill>
                  <a:schemeClr val="bg1"/>
                </a:solidFill>
                <a:latin typeface="Arial" pitchFamily="34" charset="0"/>
                <a:ea typeface="Arial" pitchFamily="34" charset="-122"/>
                <a:cs typeface="Arial" pitchFamily="34" charset="-120"/>
              </a:rPr>
              <a:t>تكلفة</a:t>
            </a:r>
            <a:r>
              <a:rPr lang="en-US" sz="2000" b="1" dirty="0">
                <a:solidFill>
                  <a:schemeClr val="bg1"/>
                </a:solidFill>
                <a:latin typeface="Arial" pitchFamily="34" charset="0"/>
                <a:ea typeface="Arial" pitchFamily="34" charset="-122"/>
                <a:cs typeface="Arial" pitchFamily="34" charset="-120"/>
              </a:rPr>
              <a:t> </a:t>
            </a:r>
            <a:r>
              <a:rPr lang="en-US" sz="2000" b="1" dirty="0" err="1">
                <a:solidFill>
                  <a:schemeClr val="bg1"/>
                </a:solidFill>
                <a:latin typeface="Arial" pitchFamily="34" charset="0"/>
                <a:ea typeface="Arial" pitchFamily="34" charset="-122"/>
                <a:cs typeface="Arial" pitchFamily="34" charset="-120"/>
              </a:rPr>
              <a:t>جمع</a:t>
            </a:r>
            <a:r>
              <a:rPr lang="en-US" sz="2000" b="1" dirty="0">
                <a:solidFill>
                  <a:schemeClr val="bg1"/>
                </a:solidFill>
                <a:latin typeface="Arial" pitchFamily="34" charset="0"/>
                <a:ea typeface="Arial" pitchFamily="34" charset="-122"/>
                <a:cs typeface="Arial" pitchFamily="34" charset="-120"/>
              </a:rPr>
              <a:t> </a:t>
            </a:r>
            <a:r>
              <a:rPr lang="en-US" sz="2000" b="1" dirty="0" err="1">
                <a:solidFill>
                  <a:schemeClr val="bg1"/>
                </a:solidFill>
                <a:latin typeface="Arial" pitchFamily="34" charset="0"/>
                <a:ea typeface="Arial" pitchFamily="34" charset="-122"/>
                <a:cs typeface="Arial" pitchFamily="34" charset="-120"/>
              </a:rPr>
              <a:t>التبرعات</a:t>
            </a:r>
            <a:endParaRPr lang="en-US" sz="2000" b="1" dirty="0">
              <a:solidFill>
                <a:schemeClr val="bg1"/>
              </a:solidFill>
            </a:endParaRPr>
          </a:p>
          <a:p>
            <a:pPr marL="0" indent="0" algn="ctr">
              <a:buNone/>
            </a:pPr>
            <a:endParaRPr lang="en-US" sz="3400" dirty="0">
              <a:solidFill>
                <a:schemeClr val="bg1"/>
              </a:solidFill>
            </a:endParaRPr>
          </a:p>
        </p:txBody>
      </p:sp>
      <p:sp>
        <p:nvSpPr>
          <p:cNvPr id="13" name="Text 11"/>
          <p:cNvSpPr/>
          <p:nvPr/>
        </p:nvSpPr>
        <p:spPr>
          <a:xfrm>
            <a:off x="548640" y="2516886"/>
            <a:ext cx="11064240" cy="320040"/>
          </a:xfrm>
          <a:prstGeom prst="rect">
            <a:avLst/>
          </a:prstGeom>
          <a:noFill/>
          <a:ln/>
        </p:spPr>
        <p:txBody>
          <a:bodyPr wrap="square" rtlCol="0" anchor="ctr"/>
          <a:lstStyle/>
          <a:p>
            <a:pPr marL="0" indent="0" algn="r" rtl="1">
              <a:buNone/>
            </a:pPr>
            <a:r>
              <a:rPr lang="en-US" sz="1500" b="1" dirty="0">
                <a:solidFill>
                  <a:srgbClr val="A61C46"/>
                </a:solidFill>
                <a:latin typeface="Arial" pitchFamily="34" charset="0"/>
                <a:ea typeface="Arial" pitchFamily="34" charset="-122"/>
                <a:cs typeface="Arial" pitchFamily="34" charset="-120"/>
              </a:rPr>
              <a:t>المنح المقبولة:</a:t>
            </a:r>
            <a:endParaRPr lang="en-US" sz="1500" dirty="0"/>
          </a:p>
        </p:txBody>
      </p:sp>
      <p:sp>
        <p:nvSpPr>
          <p:cNvPr id="14" name="Text 12"/>
          <p:cNvSpPr/>
          <p:nvPr/>
        </p:nvSpPr>
        <p:spPr>
          <a:xfrm>
            <a:off x="563880" y="2888386"/>
            <a:ext cx="11064240" cy="457200"/>
          </a:xfrm>
          <a:prstGeom prst="rect">
            <a:avLst/>
          </a:prstGeom>
          <a:noFill/>
          <a:ln/>
        </p:spPr>
        <p:txBody>
          <a:bodyPr wrap="square" rtlCol="0" anchor="ctr"/>
          <a:lstStyle/>
          <a:p>
            <a:pPr marL="0" indent="0" algn="r" rtl="1">
              <a:buNone/>
            </a:pPr>
            <a:r>
              <a:rPr lang="en-US" sz="1500" b="1" dirty="0">
                <a:solidFill>
                  <a:srgbClr val="1A1A1A"/>
                </a:solidFill>
                <a:latin typeface="Arial" pitchFamily="34" charset="0"/>
                <a:ea typeface="Arial" pitchFamily="34" charset="-122"/>
                <a:cs typeface="Arial" pitchFamily="34" charset="-120"/>
              </a:rPr>
              <a:t>مؤسسة </a:t>
            </a:r>
            <a:r>
              <a:rPr lang="en-US" sz="1500" b="1" dirty="0" err="1">
                <a:solidFill>
                  <a:srgbClr val="1A1A1A"/>
                </a:solidFill>
                <a:latin typeface="Arial" pitchFamily="34" charset="0"/>
                <a:ea typeface="Arial" pitchFamily="34" charset="-122"/>
                <a:cs typeface="Arial" pitchFamily="34" charset="-120"/>
              </a:rPr>
              <a:t>إبراهيم</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العنقري</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بمبلغ (</a:t>
            </a:r>
            <a:r>
              <a:rPr lang="en-US" sz="1500" b="1" dirty="0">
                <a:solidFill>
                  <a:srgbClr val="1A1A1A"/>
                </a:solidFill>
                <a:latin typeface="Arial" pitchFamily="34" charset="0"/>
                <a:ea typeface="Arial" pitchFamily="34" charset="-122"/>
                <a:cs typeface="Arial" pitchFamily="34" charset="-120"/>
              </a:rPr>
              <a:t>20000 </a:t>
            </a:r>
            <a:r>
              <a:rPr lang="ar-SA" sz="1500" b="1" dirty="0">
                <a:solidFill>
                  <a:srgbClr val="1A1A1A"/>
                </a:solidFill>
                <a:latin typeface="Arial" pitchFamily="34" charset="0"/>
                <a:ea typeface="Arial" pitchFamily="34" charset="-122"/>
                <a:cs typeface="Arial" pitchFamily="34" charset="-120"/>
              </a:rPr>
              <a:t>الف</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ريال)</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ووقف</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الشيخ </a:t>
            </a:r>
            <a:r>
              <a:rPr lang="en-US" sz="1500" b="1" dirty="0" err="1">
                <a:solidFill>
                  <a:srgbClr val="1A1A1A"/>
                </a:solidFill>
                <a:latin typeface="Arial" pitchFamily="34" charset="0"/>
                <a:ea typeface="Arial" pitchFamily="34" charset="-122"/>
                <a:cs typeface="Arial" pitchFamily="34" charset="-120"/>
              </a:rPr>
              <a:t>عبدالعزيز</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أبو</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زيد</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بمبلغ</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a:t>
            </a:r>
            <a:r>
              <a:rPr lang="en-US" sz="1500" b="1" dirty="0">
                <a:solidFill>
                  <a:srgbClr val="1A1A1A"/>
                </a:solidFill>
                <a:latin typeface="Arial" pitchFamily="34" charset="0"/>
                <a:ea typeface="Arial" pitchFamily="34" charset="-122"/>
                <a:cs typeface="Arial" pitchFamily="34" charset="-120"/>
              </a:rPr>
              <a:t>20000 </a:t>
            </a:r>
            <a:r>
              <a:rPr lang="ar-SA" sz="1500" b="1" dirty="0">
                <a:solidFill>
                  <a:srgbClr val="1A1A1A"/>
                </a:solidFill>
                <a:latin typeface="Arial" pitchFamily="34" charset="0"/>
                <a:ea typeface="Arial" pitchFamily="34" charset="-122"/>
                <a:cs typeface="Arial" pitchFamily="34" charset="-120"/>
              </a:rPr>
              <a:t>الف</a:t>
            </a:r>
            <a:r>
              <a:rPr lang="en-US" sz="1500" b="1" dirty="0">
                <a:solidFill>
                  <a:srgbClr val="1A1A1A"/>
                </a:solidFill>
                <a:latin typeface="Arial" pitchFamily="34" charset="0"/>
                <a:ea typeface="Arial" pitchFamily="34" charset="-122"/>
                <a:cs typeface="Arial" pitchFamily="34" charset="-120"/>
              </a:rPr>
              <a:t> </a:t>
            </a:r>
            <a:r>
              <a:rPr lang="ar-SA" sz="1500" b="1" dirty="0">
                <a:solidFill>
                  <a:srgbClr val="1A1A1A"/>
                </a:solidFill>
                <a:latin typeface="Arial" pitchFamily="34" charset="0"/>
                <a:ea typeface="Arial" pitchFamily="34" charset="-122"/>
                <a:cs typeface="Arial" pitchFamily="34" charset="-120"/>
              </a:rPr>
              <a:t>ريال) </a:t>
            </a:r>
            <a:r>
              <a:rPr lang="en-US" sz="1500" b="1" dirty="0" err="1">
                <a:solidFill>
                  <a:srgbClr val="1A1A1A"/>
                </a:solidFill>
                <a:latin typeface="Arial" pitchFamily="34" charset="0"/>
                <a:ea typeface="Arial" pitchFamily="34" charset="-122"/>
                <a:cs typeface="Arial" pitchFamily="34" charset="-120"/>
              </a:rPr>
              <a:t>تحققت</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رغم</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عدم</a:t>
            </a:r>
            <a:r>
              <a:rPr lang="en-US" sz="1500" b="1" dirty="0">
                <a:solidFill>
                  <a:srgbClr val="1A1A1A"/>
                </a:solidFill>
                <a:latin typeface="Arial" pitchFamily="34" charset="0"/>
                <a:ea typeface="Arial" pitchFamily="34" charset="-122"/>
                <a:cs typeface="Arial" pitchFamily="34" charset="-120"/>
              </a:rPr>
              <a:t> اكتمال </a:t>
            </a:r>
            <a:r>
              <a:rPr lang="en-US" sz="1500" b="1" dirty="0" err="1">
                <a:solidFill>
                  <a:srgbClr val="1A1A1A"/>
                </a:solidFill>
                <a:latin typeface="Arial" pitchFamily="34" charset="0"/>
                <a:ea typeface="Arial" pitchFamily="34" charset="-122"/>
                <a:cs typeface="Arial" pitchFamily="34" charset="-120"/>
              </a:rPr>
              <a:t>القوائم</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المالية</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أو</a:t>
            </a:r>
            <a:r>
              <a:rPr lang="en-US" sz="1500" b="1" dirty="0">
                <a:solidFill>
                  <a:srgbClr val="1A1A1A"/>
                </a:solidFill>
                <a:latin typeface="Arial" pitchFamily="34" charset="0"/>
                <a:ea typeface="Arial" pitchFamily="34" charset="-122"/>
                <a:cs typeface="Arial" pitchFamily="34" charset="-120"/>
              </a:rPr>
              <a:t> الحوكمة، </a:t>
            </a:r>
            <a:r>
              <a:rPr lang="en-US" sz="1500" b="1" dirty="0" err="1">
                <a:solidFill>
                  <a:srgbClr val="1A1A1A"/>
                </a:solidFill>
                <a:latin typeface="Arial" pitchFamily="34" charset="0"/>
                <a:ea typeface="Arial" pitchFamily="34" charset="-122"/>
                <a:cs typeface="Arial" pitchFamily="34" charset="-120"/>
              </a:rPr>
              <a:t>وهو</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ما</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يُعد</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إنجازًا</a:t>
            </a:r>
            <a:r>
              <a:rPr lang="en-US" sz="1500" b="1" dirty="0">
                <a:solidFill>
                  <a:srgbClr val="1A1A1A"/>
                </a:solidFill>
                <a:latin typeface="Arial" pitchFamily="34" charset="0"/>
                <a:ea typeface="Arial" pitchFamily="34" charset="-122"/>
                <a:cs typeface="Arial" pitchFamily="34" charset="-120"/>
              </a:rPr>
              <a:t> </a:t>
            </a:r>
            <a:r>
              <a:rPr lang="en-US" sz="1500" b="1" dirty="0" err="1">
                <a:solidFill>
                  <a:srgbClr val="1A1A1A"/>
                </a:solidFill>
                <a:latin typeface="Arial" pitchFamily="34" charset="0"/>
                <a:ea typeface="Arial" pitchFamily="34" charset="-122"/>
                <a:cs typeface="Arial" pitchFamily="34" charset="-120"/>
              </a:rPr>
              <a:t>للجمعية</a:t>
            </a:r>
            <a:r>
              <a:rPr lang="en-US" sz="1500" b="1" dirty="0">
                <a:solidFill>
                  <a:srgbClr val="1A1A1A"/>
                </a:solidFill>
                <a:latin typeface="Arial" pitchFamily="34" charset="0"/>
                <a:ea typeface="Arial" pitchFamily="34" charset="-122"/>
                <a:cs typeface="Arial" pitchFamily="34" charset="-120"/>
              </a:rPr>
              <a:t>.</a:t>
            </a:r>
            <a:endParaRPr lang="en-US" sz="1500" b="1" dirty="0"/>
          </a:p>
        </p:txBody>
      </p:sp>
      <p:sp>
        <p:nvSpPr>
          <p:cNvPr id="15" name="Text 13"/>
          <p:cNvSpPr/>
          <p:nvPr/>
        </p:nvSpPr>
        <p:spPr>
          <a:xfrm>
            <a:off x="548640" y="3454231"/>
            <a:ext cx="11064240" cy="320040"/>
          </a:xfrm>
          <a:prstGeom prst="rect">
            <a:avLst/>
          </a:prstGeom>
          <a:noFill/>
          <a:ln/>
        </p:spPr>
        <p:txBody>
          <a:bodyPr wrap="square" rtlCol="0" anchor="ctr"/>
          <a:lstStyle/>
          <a:p>
            <a:pPr marL="0" indent="0" algn="r" rtl="1">
              <a:buNone/>
            </a:pPr>
            <a:r>
              <a:rPr lang="en-US" sz="1500" b="1" dirty="0">
                <a:solidFill>
                  <a:srgbClr val="A61C46"/>
                </a:solidFill>
                <a:latin typeface="Arial" pitchFamily="34" charset="0"/>
                <a:ea typeface="Arial" pitchFamily="34" charset="-122"/>
                <a:cs typeface="Arial" pitchFamily="34" charset="-120"/>
              </a:rPr>
              <a:t>مشاريع تحت المراجعة:</a:t>
            </a:r>
            <a:endParaRPr lang="en-US" sz="1500" dirty="0"/>
          </a:p>
        </p:txBody>
      </p:sp>
      <p:sp>
        <p:nvSpPr>
          <p:cNvPr id="17" name="Text 15"/>
          <p:cNvSpPr/>
          <p:nvPr/>
        </p:nvSpPr>
        <p:spPr>
          <a:xfrm>
            <a:off x="-3463685" y="948233"/>
            <a:ext cx="11064240" cy="365760"/>
          </a:xfrm>
          <a:prstGeom prst="rect">
            <a:avLst/>
          </a:prstGeom>
          <a:noFill/>
          <a:ln/>
        </p:spPr>
        <p:txBody>
          <a:bodyPr wrap="square" rtlCol="0" anchor="ctr"/>
          <a:lstStyle/>
          <a:p>
            <a:pPr marL="0" indent="0" algn="r" rtl="1">
              <a:buNone/>
            </a:pPr>
            <a:r>
              <a:rPr lang="en-US" sz="1500" b="1" dirty="0" err="1">
                <a:latin typeface="Arial" pitchFamily="34" charset="0"/>
                <a:ea typeface="Arial" pitchFamily="34" charset="-122"/>
                <a:cs typeface="Arial" pitchFamily="34" charset="-120"/>
              </a:rPr>
              <a:t>تنوع</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مصادر</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الدخل</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أوقاف</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أفراد</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وشركات</a:t>
            </a:r>
            <a:endParaRPr lang="en-US" sz="1500" b="1" dirty="0"/>
          </a:p>
        </p:txBody>
      </p:sp>
      <p:sp>
        <p:nvSpPr>
          <p:cNvPr id="18" name="Text 16"/>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19" name="Text 1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17</a:t>
            </a:r>
            <a:endParaRPr lang="en-US" sz="900" dirty="0"/>
          </a:p>
        </p:txBody>
      </p:sp>
      <p:sp>
        <p:nvSpPr>
          <p:cNvPr id="24" name="Text 14">
            <a:extLst>
              <a:ext uri="{FF2B5EF4-FFF2-40B4-BE49-F238E27FC236}">
                <a16:creationId xmlns:a16="http://schemas.microsoft.com/office/drawing/2014/main" id="{49950D55-BB75-477E-90C6-F8B1E4C5B589}"/>
              </a:ext>
            </a:extLst>
          </p:cNvPr>
          <p:cNvSpPr/>
          <p:nvPr/>
        </p:nvSpPr>
        <p:spPr>
          <a:xfrm>
            <a:off x="5521586" y="3885335"/>
            <a:ext cx="6185034" cy="2619196"/>
          </a:xfrm>
          <a:prstGeom prst="rect">
            <a:avLst/>
          </a:prstGeom>
          <a:noFill/>
          <a:ln/>
        </p:spPr>
        <p:txBody>
          <a:bodyPr wrap="square" rtlCol="0" anchor="ctr"/>
          <a:lstStyle/>
          <a:p>
            <a:pPr algn="r" rtl="1">
              <a:spcAft>
                <a:spcPts val="750"/>
              </a:spcAft>
            </a:pPr>
            <a:r>
              <a:rPr lang="ar-SA" sz="1300" b="1" u="sng" dirty="0">
                <a:effectLst/>
                <a:latin typeface="Times New Roman" panose="02020603050405020304" pitchFamily="18" charset="0"/>
                <a:ea typeface="Times New Roman" panose="02020603050405020304" pitchFamily="18" charset="0"/>
                <a:cs typeface="Arial" panose="020B0604020202020204" pitchFamily="34" charset="0"/>
              </a:rPr>
              <a:t>الطلبات قيد الدراسة والمتابعة النشطة (11 جهة):</a:t>
            </a:r>
            <a:endParaRPr lang="en-US" sz="1300" b="1" u="sng" dirty="0">
              <a:effectLst/>
              <a:latin typeface="Times New Roman" panose="02020603050405020304" pitchFamily="18" charset="0"/>
              <a:ea typeface="Times New Roman" panose="02020603050405020304" pitchFamily="18" charset="0"/>
            </a:endParaRPr>
          </a:p>
          <a:p>
            <a:pPr marL="342900" lvl="0" indent="-342900" algn="r" rtl="1">
              <a:spcAft>
                <a:spcPts val="750"/>
              </a:spcAft>
              <a:buFont typeface="Wingdings" panose="05000000000000000000" pitchFamily="2" charset="2"/>
              <a:buChar char="Ø"/>
            </a:pPr>
            <a:r>
              <a:rPr lang="ar-SA" sz="1300" b="1" dirty="0">
                <a:effectLst/>
                <a:latin typeface="Times New Roman" panose="02020603050405020304" pitchFamily="18" charset="0"/>
                <a:ea typeface="Times New Roman" panose="02020603050405020304" pitchFamily="18" charset="0"/>
                <a:cs typeface="Arial" panose="020B0604020202020204" pitchFamily="34" charset="0"/>
              </a:rPr>
              <a:t>صندوق دعم الجمعيات: رفع برنامج "جودة حياة" ضمن منحة البرامج والمشاريع بتاريخ 01/08/2026 (قيد الدراسة).</a:t>
            </a:r>
            <a:endParaRPr lang="en-US" sz="1300" b="1" dirty="0">
              <a:effectLst/>
              <a:latin typeface="Times New Roman" panose="02020603050405020304" pitchFamily="18" charset="0"/>
              <a:ea typeface="Times New Roman" panose="02020603050405020304" pitchFamily="18" charset="0"/>
            </a:endParaRPr>
          </a:p>
          <a:p>
            <a:pPr marL="342900" lvl="0" indent="-342900" algn="r" rtl="1">
              <a:spcAft>
                <a:spcPts val="750"/>
              </a:spcAft>
              <a:buFont typeface="Wingdings" panose="05000000000000000000" pitchFamily="2" charset="2"/>
              <a:buChar char="Ø"/>
            </a:pPr>
            <a:r>
              <a:rPr lang="ar-SA" sz="1300" b="1" dirty="0">
                <a:effectLst/>
                <a:latin typeface="Times New Roman" panose="02020603050405020304" pitchFamily="18" charset="0"/>
                <a:ea typeface="Times New Roman" panose="02020603050405020304" pitchFamily="18" charset="0"/>
                <a:cs typeface="Arial" panose="020B0604020202020204" pitchFamily="34" charset="0"/>
              </a:rPr>
              <a:t>محمد صالح الشاوي الخيرية: مبادرة عون للرعاية المستدامة وتوفير الدواء لمرضى الأمراض المزمنة (مقدم بتاريخ 06/08/2026 - قيد الدراسة).</a:t>
            </a:r>
            <a:endParaRPr lang="en-US" sz="1300" b="1" dirty="0">
              <a:effectLst/>
              <a:latin typeface="Times New Roman" panose="02020603050405020304" pitchFamily="18" charset="0"/>
              <a:ea typeface="Times New Roman" panose="02020603050405020304" pitchFamily="18" charset="0"/>
            </a:endParaRPr>
          </a:p>
          <a:p>
            <a:pPr marL="342900" lvl="0" indent="-342900" algn="r" rtl="1">
              <a:spcAft>
                <a:spcPts val="750"/>
              </a:spcAft>
              <a:buFont typeface="Wingdings" panose="05000000000000000000" pitchFamily="2" charset="2"/>
              <a:buChar char="Ø"/>
            </a:pPr>
            <a:r>
              <a:rPr lang="ar-SA" sz="1300" b="1" dirty="0">
                <a:effectLst/>
                <a:latin typeface="Times New Roman" panose="02020603050405020304" pitchFamily="18" charset="0"/>
                <a:ea typeface="Times New Roman" panose="02020603050405020304" pitchFamily="18" charset="0"/>
                <a:cs typeface="Arial" panose="020B0604020202020204" pitchFamily="34" charset="0"/>
              </a:rPr>
              <a:t>أوقاف الشيخ صالح الراجحي: تقديم برنامج "دفء وغذاء لعام 2027م" بتاريخ 12/08/2026 (قيد الدراسة).</a:t>
            </a:r>
            <a:endParaRPr lang="en-US" sz="1300" b="1" dirty="0">
              <a:effectLst/>
              <a:latin typeface="Times New Roman" panose="02020603050405020304" pitchFamily="18" charset="0"/>
              <a:ea typeface="Times New Roman" panose="02020603050405020304" pitchFamily="18" charset="0"/>
            </a:endParaRPr>
          </a:p>
          <a:p>
            <a:pPr marL="342900" lvl="0" indent="-342900" algn="r" rtl="1">
              <a:spcAft>
                <a:spcPts val="750"/>
              </a:spcAft>
              <a:buFont typeface="Wingdings" panose="05000000000000000000" pitchFamily="2" charset="2"/>
              <a:buChar char="Ø"/>
            </a:pPr>
            <a:r>
              <a:rPr lang="ar-SA" sz="1300" b="1" dirty="0">
                <a:effectLst/>
                <a:latin typeface="Times New Roman" panose="02020603050405020304" pitchFamily="18" charset="0"/>
                <a:ea typeface="Times New Roman" panose="02020603050405020304" pitchFamily="18" charset="0"/>
                <a:cs typeface="Arial" panose="020B0604020202020204" pitchFamily="34" charset="0"/>
              </a:rPr>
              <a:t>مجلس الأوقاف الرائدة: تم تقديم 3 برامج، وتمت الموافقة على برنامج "جودة الحياة"</a:t>
            </a:r>
            <a:endParaRPr lang="en-US" sz="1300" b="1" dirty="0">
              <a:effectLst/>
              <a:latin typeface="Times New Roman" panose="02020603050405020304" pitchFamily="18" charset="0"/>
              <a:ea typeface="Times New Roman" panose="02020603050405020304" pitchFamily="18" charset="0"/>
            </a:endParaRPr>
          </a:p>
          <a:p>
            <a:endParaRPr lang="ar-SA" sz="1300" b="1" dirty="0"/>
          </a:p>
        </p:txBody>
      </p:sp>
      <p:sp>
        <p:nvSpPr>
          <p:cNvPr id="22" name="مربع نص 21">
            <a:extLst>
              <a:ext uri="{FF2B5EF4-FFF2-40B4-BE49-F238E27FC236}">
                <a16:creationId xmlns:a16="http://schemas.microsoft.com/office/drawing/2014/main" id="{254A2723-5765-40D3-8E12-1CA0D8BBC308}"/>
              </a:ext>
            </a:extLst>
          </p:cNvPr>
          <p:cNvSpPr txBox="1"/>
          <p:nvPr/>
        </p:nvSpPr>
        <p:spPr>
          <a:xfrm>
            <a:off x="579120" y="3290890"/>
            <a:ext cx="4820546" cy="3554819"/>
          </a:xfrm>
          <a:prstGeom prst="rect">
            <a:avLst/>
          </a:prstGeom>
          <a:noFill/>
        </p:spPr>
        <p:txBody>
          <a:bodyPr wrap="square" rtlCol="1">
            <a:spAutoFit/>
          </a:bodyPr>
          <a:lstStyle/>
          <a:p>
            <a:pPr algn="r" rtl="1">
              <a:spcAft>
                <a:spcPts val="750"/>
              </a:spcAft>
            </a:pPr>
            <a:r>
              <a:rPr lang="ar-SA" sz="1500" b="1" u="sng" dirty="0">
                <a:latin typeface="Times New Roman" panose="02020603050405020304" pitchFamily="18" charset="0"/>
                <a:ea typeface="Times New Roman" panose="02020603050405020304" pitchFamily="18" charset="0"/>
                <a:cs typeface="Arial" panose="020B0604020202020204" pitchFamily="34" charset="0"/>
              </a:rPr>
              <a:t>القطاع المصرفي:</a:t>
            </a:r>
            <a:endParaRPr lang="en-US" sz="1500" u="sng" dirty="0">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بنك الرياض: طلب دعم المشاريع بتاريخ 06/07/2026 (قيد المتابعة).</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بنك البلاد: طلب دعم المشاريع خلال شهر يوليو 2026 (قيد المتابعة).</a:t>
            </a:r>
            <a:endParaRPr lang="en-US" sz="1500" dirty="0">
              <a:effectLst/>
              <a:latin typeface="Times New Roman" panose="02020603050405020304" pitchFamily="18" charset="0"/>
              <a:ea typeface="Times New Roman" panose="02020603050405020304" pitchFamily="18" charset="0"/>
            </a:endParaRPr>
          </a:p>
          <a:p>
            <a:pPr algn="r" rtl="1">
              <a:spcAft>
                <a:spcPts val="750"/>
              </a:spcAft>
            </a:pPr>
            <a:r>
              <a:rPr lang="ar-SA" sz="1500" b="1" u="sng" dirty="0">
                <a:effectLst/>
                <a:latin typeface="Times New Roman" panose="02020603050405020304" pitchFamily="18" charset="0"/>
                <a:ea typeface="Times New Roman" panose="02020603050405020304" pitchFamily="18" charset="0"/>
                <a:cs typeface="Arial" panose="020B0604020202020204" pitchFamily="34" charset="0"/>
              </a:rPr>
              <a:t>قطاع الشركات والمسؤولية المجتمعية (مقدمة بتاريخ 07/05/2026):</a:t>
            </a:r>
            <a:endParaRPr lang="en-US" sz="1500" u="sng"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الراجحي للخدمات التجارية المساندة.</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ضيوف البيت لخدمات الحجاج.</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فندق هوليدي إن بمكة.</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فندق أبراج مكة الفندقية.</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مشارق الماسية لخدمات الحجاج.</a:t>
            </a:r>
            <a:endParaRPr lang="en-US" sz="15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500" b="1" dirty="0">
                <a:effectLst/>
                <a:latin typeface="Times New Roman" panose="02020603050405020304" pitchFamily="18" charset="0"/>
                <a:ea typeface="Times New Roman" panose="02020603050405020304" pitchFamily="18" charset="0"/>
                <a:cs typeface="Arial" panose="020B0604020202020204" pitchFamily="34" charset="0"/>
              </a:rPr>
              <a:t>شركة الرفادة لخدمات الحجاج</a:t>
            </a:r>
            <a:endParaRPr lang="en-US" sz="15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457E3BF0-EFC9-4B26-884A-1B5493B61E39}"/>
              </a:ext>
            </a:extLst>
          </p:cNvPr>
          <p:cNvSpPr/>
          <p:nvPr/>
        </p:nvSpPr>
        <p:spPr>
          <a:xfrm>
            <a:off x="2148840" y="329667"/>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en-US" sz="2800" b="1" dirty="0">
                <a:solidFill>
                  <a:schemeClr val="bg1"/>
                </a:solidFill>
                <a:latin typeface="Arial" pitchFamily="34" charset="0"/>
                <a:ea typeface="Arial" pitchFamily="34" charset="-122"/>
                <a:cs typeface="Arial" pitchFamily="34" charset="-120"/>
              </a:rPr>
              <a:t>تنمية الموارد المالية والاستدامة</a:t>
            </a:r>
            <a:endParaRPr lang="en-US" sz="2800" dirty="0">
              <a:solidFill>
                <a:schemeClr val="bg1"/>
              </a:solidFill>
            </a:endParaRPr>
          </a:p>
        </p:txBody>
      </p:sp>
      <p:sp>
        <p:nvSpPr>
          <p:cNvPr id="3" name="Text 0">
            <a:extLst>
              <a:ext uri="{FF2B5EF4-FFF2-40B4-BE49-F238E27FC236}">
                <a16:creationId xmlns:a16="http://schemas.microsoft.com/office/drawing/2014/main" id="{AF1F0414-0ED1-4049-8F36-5E0868F394B5}"/>
              </a:ext>
            </a:extLst>
          </p:cNvPr>
          <p:cNvSpPr/>
          <p:nvPr/>
        </p:nvSpPr>
        <p:spPr>
          <a:xfrm>
            <a:off x="8503920" y="384048"/>
            <a:ext cx="338328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سابعاً</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تنمية</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الموارد</a:t>
            </a:r>
            <a:r>
              <a:rPr lang="en-US" sz="1400" b="1" dirty="0">
                <a:latin typeface="Arial" pitchFamily="34" charset="0"/>
                <a:ea typeface="Arial" pitchFamily="34" charset="-122"/>
                <a:cs typeface="Arial" pitchFamily="34" charset="-120"/>
              </a:rPr>
              <a:t> </a:t>
            </a:r>
            <a:r>
              <a:rPr lang="en-US" sz="1400" b="1" dirty="0" err="1">
                <a:latin typeface="Arial" pitchFamily="34" charset="0"/>
                <a:ea typeface="Arial" pitchFamily="34" charset="-122"/>
                <a:cs typeface="Arial" pitchFamily="34" charset="-120"/>
              </a:rPr>
              <a:t>المالية</a:t>
            </a:r>
            <a:endParaRPr lang="en-US" sz="1400" dirty="0"/>
          </a:p>
        </p:txBody>
      </p:sp>
      <p:sp>
        <p:nvSpPr>
          <p:cNvPr id="4" name="مربع نص 3">
            <a:extLst>
              <a:ext uri="{FF2B5EF4-FFF2-40B4-BE49-F238E27FC236}">
                <a16:creationId xmlns:a16="http://schemas.microsoft.com/office/drawing/2014/main" id="{D6394085-64DE-410B-AA00-F179451FE971}"/>
              </a:ext>
            </a:extLst>
          </p:cNvPr>
          <p:cNvSpPr txBox="1"/>
          <p:nvPr/>
        </p:nvSpPr>
        <p:spPr>
          <a:xfrm>
            <a:off x="3639107" y="1733974"/>
            <a:ext cx="8248093" cy="4308872"/>
          </a:xfrm>
          <a:prstGeom prst="rect">
            <a:avLst/>
          </a:prstGeom>
          <a:noFill/>
        </p:spPr>
        <p:txBody>
          <a:bodyPr wrap="square">
            <a:spAutoFit/>
          </a:bodyPr>
          <a:lstStyle/>
          <a:p>
            <a:pPr algn="r" rtl="1"/>
            <a:r>
              <a:rPr lang="ar-SA" b="1" u="sng" dirty="0"/>
              <a:t>فرص منصة إحسان (تحت المعالجة الفنية):</a:t>
            </a:r>
          </a:p>
          <a:p>
            <a:pPr algn="r" rtl="1"/>
            <a:r>
              <a:rPr lang="ar-SA" b="1" dirty="0"/>
              <a:t>دعم المصاريف التشغيلية (01/08/2026): رفض بسبب مطابقة المجال, وتم التواصل مع إدارة المنصة للتوضيح وتعديل التصنيف.</a:t>
            </a:r>
          </a:p>
          <a:p>
            <a:pPr algn="r" rtl="1"/>
            <a:r>
              <a:rPr lang="ar-SA" b="1" dirty="0"/>
              <a:t>جلسات غسيل الكلى (05/08/2026): رفض لوجود ملاحظات تقنية بالتقارير, تم إرسال إيميل استفسار وتحديث التقارير عبر البوابة.</a:t>
            </a:r>
          </a:p>
          <a:p>
            <a:pPr algn="r" rtl="1"/>
            <a:r>
              <a:rPr lang="ar-SA" b="1" u="sng" dirty="0"/>
              <a:t>اعتذارات بسبب انتهاء الموازنات السنوية:</a:t>
            </a:r>
          </a:p>
          <a:p>
            <a:pPr algn="r" rtl="1"/>
            <a:r>
              <a:rPr lang="ar-SA" b="1" dirty="0"/>
              <a:t>مؤسسة الماجد الأهلية (جودة الحياة الصحية).</a:t>
            </a:r>
          </a:p>
          <a:p>
            <a:pPr algn="r" rtl="1"/>
            <a:r>
              <a:rPr lang="ar-SA" b="1" dirty="0"/>
              <a:t>مؤسسة الشاوي الخيرية (برنامج دوائك في رمضان).</a:t>
            </a:r>
          </a:p>
          <a:p>
            <a:pPr algn="r" rtl="1"/>
            <a:r>
              <a:rPr lang="ar-SA" b="1" dirty="0"/>
              <a:t>شركة طيبة للاستثمار (مشروع عمليات العيون وبرنامج الإسعافات الأولية).</a:t>
            </a:r>
          </a:p>
          <a:p>
            <a:pPr algn="r" rtl="1"/>
            <a:r>
              <a:rPr lang="ar-SA" b="1" dirty="0"/>
              <a:t>مجموعة فنادق (عدم وجود ميزانية متاحة لدعم الجمعيات لعام 2026).</a:t>
            </a:r>
          </a:p>
          <a:p>
            <a:pPr algn="r" rtl="1"/>
            <a:r>
              <a:rPr lang="ar-SA" b="1" u="sng" dirty="0"/>
              <a:t>اعتذارات لعدم التوافق المباشر مع شروط المانح:</a:t>
            </a:r>
          </a:p>
          <a:p>
            <a:pPr algn="r" rtl="1"/>
            <a:r>
              <a:rPr lang="ar-SA" b="1" dirty="0"/>
              <a:t>أوقاف </a:t>
            </a:r>
            <a:r>
              <a:rPr lang="ar-SA" b="1" dirty="0" err="1"/>
              <a:t>الضحيان</a:t>
            </a:r>
            <a:r>
              <a:rPr lang="ar-SA" b="1" dirty="0"/>
              <a:t>: اعتذار عن مشروع جودة الحياة الأجهزة الطبية</a:t>
            </a:r>
          </a:p>
          <a:p>
            <a:pPr algn="r" rtl="1"/>
            <a:r>
              <a:rPr lang="ar-SA" b="1" dirty="0"/>
              <a:t>.مؤسسة طلال الخيرية: اشتراط الحصول على درجة الحوكمة المعتمدة للقبول.</a:t>
            </a:r>
          </a:p>
          <a:p>
            <a:pPr algn="r" rtl="1"/>
            <a:r>
              <a:rPr lang="ar-SA" b="1" dirty="0"/>
              <a:t>مؤسسة الحمدان الخيرية: عدم توفر مسار متخصص للقطاع الصحي لديهم.</a:t>
            </a:r>
          </a:p>
          <a:p>
            <a:pPr algn="r" rtl="1"/>
            <a:r>
              <a:rPr lang="ar-SA" b="1" dirty="0"/>
              <a:t>مؤسسة عبدالقادر المهيدب لخدمة المجتمع: تركيز بوصلة الدعم حالياً على مبادرات الطفولة المبكرة.</a:t>
            </a:r>
          </a:p>
        </p:txBody>
      </p:sp>
      <p:sp>
        <p:nvSpPr>
          <p:cNvPr id="7" name="Text 13">
            <a:extLst>
              <a:ext uri="{FF2B5EF4-FFF2-40B4-BE49-F238E27FC236}">
                <a16:creationId xmlns:a16="http://schemas.microsoft.com/office/drawing/2014/main" id="{2E12B9C2-9854-44EC-83F9-2F5589AC0159}"/>
              </a:ext>
            </a:extLst>
          </p:cNvPr>
          <p:cNvSpPr/>
          <p:nvPr/>
        </p:nvSpPr>
        <p:spPr>
          <a:xfrm>
            <a:off x="10083800" y="1319687"/>
            <a:ext cx="1652560" cy="320040"/>
          </a:xfrm>
          <a:prstGeom prst="rect">
            <a:avLst/>
          </a:prstGeom>
          <a:noFill/>
          <a:ln/>
        </p:spPr>
        <p:txBody>
          <a:bodyPr wrap="square" rtlCol="0" anchor="ctr"/>
          <a:lstStyle/>
          <a:p>
            <a:pPr marL="0" indent="0" algn="r" rtl="1">
              <a:buNone/>
            </a:pPr>
            <a:r>
              <a:rPr lang="ar-SA" sz="1500" b="1" dirty="0">
                <a:latin typeface="Arial" pitchFamily="34" charset="0"/>
                <a:ea typeface="Arial" pitchFamily="34" charset="-122"/>
                <a:cs typeface="Arial" pitchFamily="34" charset="-120"/>
              </a:rPr>
              <a:t>ال</a:t>
            </a:r>
            <a:r>
              <a:rPr lang="en-US" sz="1500" b="1" dirty="0" err="1">
                <a:latin typeface="Arial" pitchFamily="34" charset="0"/>
                <a:ea typeface="Arial" pitchFamily="34" charset="-122"/>
                <a:cs typeface="Arial" pitchFamily="34" charset="-120"/>
              </a:rPr>
              <a:t>مشاريع</a:t>
            </a:r>
            <a:r>
              <a:rPr lang="en-US" sz="1500" b="1" dirty="0">
                <a:latin typeface="Arial" pitchFamily="34" charset="0"/>
                <a:ea typeface="Arial" pitchFamily="34" charset="-122"/>
                <a:cs typeface="Arial" pitchFamily="34" charset="-120"/>
              </a:rPr>
              <a:t> </a:t>
            </a:r>
            <a:r>
              <a:rPr lang="en-US" sz="1500" b="1" dirty="0" err="1">
                <a:latin typeface="Arial" pitchFamily="34" charset="0"/>
                <a:ea typeface="Arial" pitchFamily="34" charset="-122"/>
                <a:cs typeface="Arial" pitchFamily="34" charset="-120"/>
              </a:rPr>
              <a:t>المر</a:t>
            </a:r>
            <a:r>
              <a:rPr lang="ar-SA" sz="1500" b="1" dirty="0">
                <a:latin typeface="Arial" pitchFamily="34" charset="0"/>
                <a:ea typeface="Arial" pitchFamily="34" charset="-122"/>
                <a:cs typeface="Arial" pitchFamily="34" charset="-120"/>
              </a:rPr>
              <a:t>فوضة</a:t>
            </a:r>
            <a:r>
              <a:rPr lang="en-US" sz="1500" b="1" dirty="0">
                <a:latin typeface="Arial" pitchFamily="34" charset="0"/>
                <a:ea typeface="Arial" pitchFamily="34" charset="-122"/>
                <a:cs typeface="Arial" pitchFamily="34" charset="-120"/>
              </a:rPr>
              <a:t>:</a:t>
            </a:r>
            <a:endParaRPr lang="en-US" sz="1500" dirty="0"/>
          </a:p>
        </p:txBody>
      </p:sp>
      <p:sp>
        <p:nvSpPr>
          <p:cNvPr id="8" name="مخطط انسيابي: تحضير 7">
            <a:extLst>
              <a:ext uri="{FF2B5EF4-FFF2-40B4-BE49-F238E27FC236}">
                <a16:creationId xmlns:a16="http://schemas.microsoft.com/office/drawing/2014/main" id="{BD6B2495-2151-475C-B561-8A5F6BDF1BDD}"/>
              </a:ext>
            </a:extLst>
          </p:cNvPr>
          <p:cNvSpPr/>
          <p:nvPr/>
        </p:nvSpPr>
        <p:spPr>
          <a:xfrm>
            <a:off x="228600" y="3403600"/>
            <a:ext cx="4834467" cy="1913467"/>
          </a:xfrm>
          <a:prstGeom prst="flowChartPreparation">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9" name="مربع نص 8">
            <a:extLst>
              <a:ext uri="{FF2B5EF4-FFF2-40B4-BE49-F238E27FC236}">
                <a16:creationId xmlns:a16="http://schemas.microsoft.com/office/drawing/2014/main" id="{40AC83F7-1A3F-451E-8211-9AD204EFB021}"/>
              </a:ext>
            </a:extLst>
          </p:cNvPr>
          <p:cNvSpPr txBox="1"/>
          <p:nvPr/>
        </p:nvSpPr>
        <p:spPr>
          <a:xfrm>
            <a:off x="1011766" y="3434659"/>
            <a:ext cx="3268133" cy="1892826"/>
          </a:xfrm>
          <a:prstGeom prst="rect">
            <a:avLst/>
          </a:prstGeom>
          <a:noFill/>
        </p:spPr>
        <p:txBody>
          <a:bodyPr wrap="square" rtlCol="1">
            <a:spAutoFit/>
          </a:bodyPr>
          <a:lstStyle/>
          <a:p>
            <a:pPr algn="ctr" rtl="1"/>
            <a:r>
              <a:rPr lang="ar-SA" sz="1300" dirty="0">
                <a:solidFill>
                  <a:schemeClr val="bg1"/>
                </a:solidFill>
                <a:effectLst/>
              </a:rPr>
              <a:t>التوصيات الاستراتيجية لقسم البرامج:</a:t>
            </a:r>
          </a:p>
          <a:p>
            <a:pPr algn="ctr" rtl="1">
              <a:buFont typeface="+mj-lt"/>
              <a:buAutoNum type="arabicPeriod"/>
            </a:pPr>
            <a:r>
              <a:rPr lang="ar-SA" sz="1300" dirty="0">
                <a:solidFill>
                  <a:schemeClr val="bg1"/>
                </a:solidFill>
                <a:effectLst/>
              </a:rPr>
              <a:t>إعادة التقديم المبكر: توثيق الجهات التي اعتذرت بسبب "انتهاء الموازنة" لجدولة التقديم عليها في الربع الأول من عام 2027م.</a:t>
            </a:r>
          </a:p>
          <a:p>
            <a:pPr algn="ctr" rtl="1">
              <a:buFont typeface="+mj-lt"/>
              <a:buAutoNum type="arabicPeriod"/>
            </a:pPr>
            <a:r>
              <a:rPr lang="ar-SA" sz="1300" dirty="0">
                <a:solidFill>
                  <a:schemeClr val="bg1"/>
                </a:solidFill>
                <a:effectLst/>
              </a:rPr>
              <a:t>استكمال درجة الحوكمة: تسريع ملف الحوكمة لاستيفاء شرط مؤسسة طلال الخيرية والجهات المانحة الكبرى.</a:t>
            </a:r>
          </a:p>
          <a:p>
            <a:pPr algn="ctr" rtl="1">
              <a:buFont typeface="+mj-lt"/>
              <a:buAutoNum type="arabicPeriod"/>
            </a:pPr>
            <a:r>
              <a:rPr lang="ar-SA" sz="1300" dirty="0">
                <a:solidFill>
                  <a:schemeClr val="bg1"/>
                </a:solidFill>
                <a:effectLst/>
              </a:rPr>
              <a:t>متابعة منصة إحسان: إنهاء تعديل تقارير ومجالات المشاريع المرفوضة فنياً لإعادة طرحها كفرص جود إحسان.</a:t>
            </a:r>
          </a:p>
        </p:txBody>
      </p:sp>
    </p:spTree>
    <p:extLst>
      <p:ext uri="{BB962C8B-B14F-4D97-AF65-F5344CB8AC3E}">
        <p14:creationId xmlns:p14="http://schemas.microsoft.com/office/powerpoint/2010/main" val="3017779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442960" y="263030"/>
            <a:ext cx="3200400" cy="365760"/>
          </a:xfrm>
          <a:prstGeom prst="rect">
            <a:avLst/>
          </a:prstGeom>
          <a:noFill/>
          <a:ln/>
        </p:spPr>
        <p:txBody>
          <a:bodyPr wrap="square" rtlCol="0" anchor="ctr"/>
          <a:lstStyle/>
          <a:p>
            <a:pPr marL="0" indent="0" algn="r" rtl="1">
              <a:buNone/>
            </a:pPr>
            <a:r>
              <a:rPr lang="en-US" sz="1400" b="1" dirty="0">
                <a:latin typeface="Arial" pitchFamily="34" charset="0"/>
                <a:ea typeface="Arial" pitchFamily="34" charset="-122"/>
                <a:cs typeface="Arial" pitchFamily="34" charset="-120"/>
              </a:rPr>
              <a:t>ثامناً: التطلعات</a:t>
            </a:r>
            <a:endParaRPr lang="en-US" sz="1400" dirty="0"/>
          </a:p>
        </p:txBody>
      </p:sp>
      <p:sp>
        <p:nvSpPr>
          <p:cNvPr id="3" name="Text 1"/>
          <p:cNvSpPr/>
          <p:nvPr/>
        </p:nvSpPr>
        <p:spPr>
          <a:xfrm>
            <a:off x="2286000" y="171590"/>
            <a:ext cx="7680960" cy="548640"/>
          </a:xfrm>
          <a:prstGeom prst="flowChartAlternateProcess">
            <a:avLst/>
          </a:prstGeom>
          <a:solidFill>
            <a:srgbClr val="952D4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200" b="1" dirty="0">
                <a:solidFill>
                  <a:schemeClr val="bg1"/>
                </a:solidFill>
                <a:latin typeface="Arial" pitchFamily="34" charset="0"/>
                <a:cs typeface="Arial" pitchFamily="34" charset="-120"/>
              </a:rPr>
              <a:t>تطلعات للتطوير في النصف الثاني لعام </a:t>
            </a:r>
            <a:r>
              <a:rPr lang="en-US" sz="2200" b="1" dirty="0">
                <a:solidFill>
                  <a:schemeClr val="bg1"/>
                </a:solidFill>
                <a:latin typeface="Arial" pitchFamily="34" charset="0"/>
                <a:cs typeface="Arial" pitchFamily="34" charset="-120"/>
              </a:rPr>
              <a:t>2026 </a:t>
            </a:r>
            <a:r>
              <a:rPr lang="ar-SA" sz="2200" b="1" dirty="0">
                <a:solidFill>
                  <a:schemeClr val="bg1"/>
                </a:solidFill>
                <a:latin typeface="Arial" pitchFamily="34" charset="0"/>
                <a:cs typeface="Arial" pitchFamily="34" charset="-120"/>
              </a:rPr>
              <a:t>م</a:t>
            </a:r>
            <a:endParaRPr lang="en-US" sz="2200" dirty="0">
              <a:solidFill>
                <a:schemeClr val="bg1"/>
              </a:solidFill>
            </a:endParaRPr>
          </a:p>
        </p:txBody>
      </p:sp>
      <p:sp>
        <p:nvSpPr>
          <p:cNvPr id="6" name="Text 4"/>
          <p:cNvSpPr/>
          <p:nvPr/>
        </p:nvSpPr>
        <p:spPr>
          <a:xfrm>
            <a:off x="5303520" y="160020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22960" y="1600200"/>
            <a:ext cx="4434840" cy="548640"/>
          </a:xfrm>
          <a:prstGeom prst="rect">
            <a:avLst/>
          </a:prstGeom>
          <a:noFill/>
          <a:ln/>
        </p:spPr>
        <p:txBody>
          <a:bodyPr wrap="square" rtlCol="0" anchor="t"/>
          <a:lstStyle/>
          <a:p>
            <a:pPr marL="0" indent="0" algn="r" rtl="1">
              <a:buNone/>
            </a:pPr>
            <a:endParaRPr lang="en-US" sz="1500" dirty="0"/>
          </a:p>
        </p:txBody>
      </p:sp>
      <p:sp>
        <p:nvSpPr>
          <p:cNvPr id="11" name="Text 9"/>
          <p:cNvSpPr/>
          <p:nvPr/>
        </p:nvSpPr>
        <p:spPr>
          <a:xfrm>
            <a:off x="11018520" y="1600200"/>
            <a:ext cx="457200" cy="457200"/>
          </a:xfrm>
          <a:prstGeom prst="rect">
            <a:avLst/>
          </a:prstGeom>
          <a:noFill/>
          <a:ln/>
        </p:spPr>
        <p:txBody>
          <a:bodyPr wrap="square" rtlCol="0" anchor="ctr"/>
          <a:lstStyle/>
          <a:p>
            <a:pPr marL="0" indent="0" algn="ctr">
              <a:buNone/>
            </a:pPr>
            <a:endParaRPr lang="en-US" sz="1600" dirty="0"/>
          </a:p>
        </p:txBody>
      </p:sp>
      <p:sp>
        <p:nvSpPr>
          <p:cNvPr id="12" name="Text 10"/>
          <p:cNvSpPr/>
          <p:nvPr/>
        </p:nvSpPr>
        <p:spPr>
          <a:xfrm>
            <a:off x="6537960" y="1600200"/>
            <a:ext cx="4434840" cy="548640"/>
          </a:xfrm>
          <a:prstGeom prst="rect">
            <a:avLst/>
          </a:prstGeom>
          <a:noFill/>
          <a:ln/>
        </p:spPr>
        <p:txBody>
          <a:bodyPr wrap="square" rtlCol="0" anchor="t"/>
          <a:lstStyle/>
          <a:p>
            <a:pPr marL="0" indent="0" algn="r" rtl="1">
              <a:buNone/>
            </a:pPr>
            <a:endParaRPr lang="en-US" sz="1500" dirty="0"/>
          </a:p>
        </p:txBody>
      </p:sp>
      <p:sp>
        <p:nvSpPr>
          <p:cNvPr id="18" name="Text 16"/>
          <p:cNvSpPr/>
          <p:nvPr/>
        </p:nvSpPr>
        <p:spPr>
          <a:xfrm>
            <a:off x="822960" y="4480560"/>
            <a:ext cx="4892040" cy="960120"/>
          </a:xfrm>
          <a:prstGeom prst="rect">
            <a:avLst/>
          </a:prstGeom>
          <a:noFill/>
          <a:ln/>
        </p:spPr>
        <p:txBody>
          <a:bodyPr wrap="square" rtlCol="0" anchor="ctr"/>
          <a:lstStyle/>
          <a:p>
            <a:pPr marL="0" indent="0" algn="r" rtl="1">
              <a:lnSpc>
                <a:spcPct val="125000"/>
              </a:lnSpc>
              <a:buNone/>
            </a:pPr>
            <a:endParaRPr lang="en-US" sz="1200" b="1" dirty="0"/>
          </a:p>
        </p:txBody>
      </p:sp>
      <p:sp>
        <p:nvSpPr>
          <p:cNvPr id="23" name="Text 21"/>
          <p:cNvSpPr/>
          <p:nvPr/>
        </p:nvSpPr>
        <p:spPr>
          <a:xfrm>
            <a:off x="6537960" y="4480560"/>
            <a:ext cx="4892040" cy="960120"/>
          </a:xfrm>
          <a:prstGeom prst="rect">
            <a:avLst/>
          </a:prstGeom>
          <a:noFill/>
          <a:ln/>
        </p:spPr>
        <p:txBody>
          <a:bodyPr wrap="square" rtlCol="0" anchor="ctr"/>
          <a:lstStyle/>
          <a:p>
            <a:pPr marL="0" indent="0" algn="r" rtl="1">
              <a:lnSpc>
                <a:spcPct val="125000"/>
              </a:lnSpc>
              <a:buNone/>
            </a:pPr>
            <a:endParaRPr lang="en-US" sz="1200" b="1" dirty="0"/>
          </a:p>
        </p:txBody>
      </p:sp>
      <p:sp>
        <p:nvSpPr>
          <p:cNvPr id="24" name="Text 22"/>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25" name="Text 2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20</a:t>
            </a:r>
            <a:endParaRPr lang="en-US" sz="900" dirty="0"/>
          </a:p>
        </p:txBody>
      </p:sp>
      <p:pic>
        <p:nvPicPr>
          <p:cNvPr id="26" name="Picture 16">
            <a:extLst>
              <a:ext uri="{FF2B5EF4-FFF2-40B4-BE49-F238E27FC236}">
                <a16:creationId xmlns:a16="http://schemas.microsoft.com/office/drawing/2014/main" id="{EAE97327-6AE0-4D06-B5BA-013EA1B5840B}"/>
              </a:ext>
            </a:extLst>
          </p:cNvPr>
          <p:cNvPicPr/>
          <p:nvPr/>
        </p:nvPicPr>
        <p:blipFill>
          <a:blip r:embed="rId3">
            <a:extLst>
              <a:ext uri="{28A0092B-C50C-407E-A947-70E740481C1C}">
                <a14:useLocalDpi xmlns:a14="http://schemas.microsoft.com/office/drawing/2010/main" val="0"/>
              </a:ext>
            </a:extLst>
          </a:blip>
          <a:stretch>
            <a:fillRect/>
          </a:stretch>
        </p:blipFill>
        <p:spPr>
          <a:xfrm>
            <a:off x="0" y="5701004"/>
            <a:ext cx="12192000" cy="1156995"/>
          </a:xfrm>
          <a:prstGeom prst="rect">
            <a:avLst/>
          </a:prstGeom>
        </p:spPr>
      </p:pic>
      <p:sp>
        <p:nvSpPr>
          <p:cNvPr id="27" name="مربع نص 26">
            <a:extLst>
              <a:ext uri="{FF2B5EF4-FFF2-40B4-BE49-F238E27FC236}">
                <a16:creationId xmlns:a16="http://schemas.microsoft.com/office/drawing/2014/main" id="{965518B4-AE55-4F90-9A7D-4B9E6B41EC0B}"/>
              </a:ext>
            </a:extLst>
          </p:cNvPr>
          <p:cNvSpPr txBox="1"/>
          <p:nvPr/>
        </p:nvSpPr>
        <p:spPr>
          <a:xfrm>
            <a:off x="548640" y="927971"/>
            <a:ext cx="11155680" cy="5029069"/>
          </a:xfrm>
          <a:prstGeom prst="rect">
            <a:avLst/>
          </a:prstGeom>
          <a:noFill/>
        </p:spPr>
        <p:txBody>
          <a:bodyPr wrap="square" rtlCol="1">
            <a:spAutoFit/>
          </a:bodyPr>
          <a:lstStyle/>
          <a:p>
            <a:pPr algn="r" rtl="1">
              <a:spcAft>
                <a:spcPts val="750"/>
              </a:spcAft>
            </a:pPr>
            <a:r>
              <a:rPr lang="ar-SA" sz="1500" b="1" dirty="0">
                <a:effectLst/>
                <a:latin typeface="Times New Roman" panose="02020603050405020304" pitchFamily="18" charset="0"/>
                <a:ea typeface="Arial" panose="020B0604020202020204" pitchFamily="34" charset="0"/>
                <a:cs typeface="Arial" panose="020B0604020202020204" pitchFamily="34" charset="0"/>
              </a:rPr>
              <a:t>ظهر لنا خلال هذه الفترة أن الجمعية لا تحتاج إلى تنفيذ مهمة واحدة محددة، وإنما تحتاج إلى حزمة متكاملة من الأعمال تشمل: الحوكمة والامتثال، وتنظيم الملفات والوثائق، وتجهيز القوائم والمعلومات المالية، وتفعيل المنصات، وحصر الجهات المانحة، وإغلاق المشاريع السابقة، وتطوير الموقع الإلكتروني، وإعداد دليل البرامج، وتصميم العروض التمويلية، وتجهيز الجمعية للتقديم على فرص الدعم والمنح، بما يتوافق مع الهدف الوارد في الخطة الاستراتيجية والانتقال بالجمعية من مجرد تنفيذ الأعمال اليومية إلى بناء منظومة مؤسسية متكاملة تقوم على التخطيط والحوكمة وقياس الأداء وتنمية الموارد وصناعة الأثر</a:t>
            </a:r>
            <a:r>
              <a:rPr lang="en-GB" sz="1500" b="1" dirty="0">
                <a:effectLst/>
                <a:latin typeface="Arial" panose="020B0604020202020204" pitchFamily="34" charset="0"/>
                <a:ea typeface="Arial" panose="020B0604020202020204" pitchFamily="34" charset="0"/>
              </a:rPr>
              <a:t>.</a:t>
            </a:r>
            <a:endParaRPr lang="en-US" sz="1500" dirty="0">
              <a:effectLst/>
              <a:latin typeface="Times New Roman" panose="02020603050405020304" pitchFamily="18" charset="0"/>
              <a:ea typeface="Times New Roman" panose="02020603050405020304" pitchFamily="18" charset="0"/>
            </a:endParaRPr>
          </a:p>
          <a:p>
            <a:pPr algn="r" rtl="1">
              <a:spcAft>
                <a:spcPts val="450"/>
              </a:spcAft>
            </a:pPr>
            <a:r>
              <a:rPr lang="ar-SA" sz="1500" b="1" dirty="0">
                <a:effectLst/>
                <a:latin typeface="Times New Roman" panose="02020603050405020304" pitchFamily="18" charset="0"/>
                <a:ea typeface="Arial" panose="020B0604020202020204" pitchFamily="34" charset="0"/>
                <a:cs typeface="Arial" panose="020B0604020202020204" pitchFamily="34" charset="0"/>
              </a:rPr>
              <a:t>رغبة في تأسيس الجمعية بشكل صحيح وتحقيق جميع معايير ومتطلبات الحوكمة والجاهزية للانطلاق بقوة فأن هناك بعض الاعمال التي يتطلب استكمالها احترافياً في الاعداد والتجهيز وهذا يتطلب الاستعانة بخبرات تساعد في سرعة انجاز الاعمال لتفادي ضعف جودة المخرجات والتأخر في الاستفادة من فرص الدعم والتمويل او رفض المشاريع.</a:t>
            </a:r>
            <a:endParaRPr lang="en-US" sz="1500" dirty="0">
              <a:effectLst/>
              <a:latin typeface="Times New Roman" panose="02020603050405020304" pitchFamily="18" charset="0"/>
              <a:ea typeface="Times New Roman" panose="02020603050405020304" pitchFamily="18" charset="0"/>
            </a:endParaRPr>
          </a:p>
          <a:p>
            <a:pPr algn="r" rtl="1">
              <a:spcAft>
                <a:spcPts val="750"/>
              </a:spcAft>
            </a:pPr>
            <a:r>
              <a:rPr lang="ar-SA" sz="1500" b="1" dirty="0">
                <a:effectLst/>
                <a:latin typeface="Times New Roman" panose="02020603050405020304" pitchFamily="18" charset="0"/>
                <a:ea typeface="Arial" panose="020B0604020202020204" pitchFamily="34" charset="0"/>
                <a:cs typeface="Arial" panose="020B0604020202020204" pitchFamily="34" charset="0"/>
              </a:rPr>
              <a:t>وبناءً عليه، فإننا نقترح الاستعانة بفريق خارجي متخصص تستند إليه بعض المهام التالية:</a:t>
            </a:r>
            <a:endParaRPr lang="en-US" sz="1500" dirty="0">
              <a:effectLst/>
              <a:latin typeface="Times New Roman" panose="02020603050405020304" pitchFamily="18" charset="0"/>
              <a:ea typeface="Times New Roman" panose="02020603050405020304" pitchFamily="18" charset="0"/>
            </a:endParaRPr>
          </a:p>
          <a:p>
            <a:pPr algn="r" rtl="1">
              <a:spcAft>
                <a:spcPts val="450"/>
              </a:spcAft>
            </a:pPr>
            <a:r>
              <a:rPr lang="en-US" sz="1500" b="1" dirty="0">
                <a:effectLst/>
                <a:latin typeface="Arial" panose="020B0604020202020204" pitchFamily="34" charset="0"/>
                <a:ea typeface="Arial" panose="020B0604020202020204" pitchFamily="34" charset="0"/>
              </a:rPr>
              <a:t> </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الحوكمة والامتثال</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latin typeface="Times New Roman" panose="02020603050405020304" pitchFamily="18" charset="0"/>
                <a:ea typeface="Arial" panose="020B0604020202020204" pitchFamily="34" charset="0"/>
                <a:cs typeface="Arial" panose="020B0604020202020204" pitchFamily="34" charset="0"/>
              </a:rPr>
              <a:t>توظيف</a:t>
            </a:r>
            <a:r>
              <a:rPr lang="ar-SA" sz="1500" b="1" dirty="0">
                <a:effectLst/>
                <a:latin typeface="Times New Roman" panose="02020603050405020304" pitchFamily="18" charset="0"/>
                <a:ea typeface="Arial" panose="020B0604020202020204" pitchFamily="34" charset="0"/>
                <a:cs typeface="Arial" panose="020B0604020202020204" pitchFamily="34" charset="0"/>
              </a:rPr>
              <a:t> القوائم المالية بالطريقة التي تتطلبها المنح و البرامج </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تفعيل المنصات الإلكترونية</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حصر الجهات المانحة</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إغلاق المشاريع السابقة</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تطوير الموقع الإلكتروني</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إعداد دليل البرامج وتصميم العروض التمويلية</a:t>
            </a:r>
            <a:endParaRPr lang="en-US" sz="1500"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500" b="1" dirty="0">
                <a:effectLst/>
                <a:latin typeface="Times New Roman" panose="02020603050405020304" pitchFamily="18" charset="0"/>
                <a:ea typeface="Arial" panose="020B0604020202020204" pitchFamily="34" charset="0"/>
                <a:cs typeface="Arial" panose="020B0604020202020204" pitchFamily="34" charset="0"/>
              </a:rPr>
              <a:t>تجهيز الجمعية للتقديم على فرص الدعم والمنح</a:t>
            </a:r>
            <a:endParaRPr lang="en-US" sz="1500" dirty="0">
              <a:effectLst/>
              <a:latin typeface="Times New Roman" panose="02020603050405020304" pitchFamily="18" charset="0"/>
              <a:ea typeface="Times New Roman" panose="02020603050405020304" pitchFamily="18" charset="0"/>
            </a:endParaRPr>
          </a:p>
          <a:p>
            <a:pPr algn="just" rtl="1">
              <a:lnSpc>
                <a:spcPct val="200000"/>
              </a:lnSpc>
            </a:pPr>
            <a:endParaRPr lang="en-US" sz="1500" b="1" dirty="0">
              <a:effectLst/>
              <a:latin typeface="Aptos"/>
              <a:ea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E57216B6-CFD7-4B71-A56E-2B934423E6C7}"/>
              </a:ext>
            </a:extLst>
          </p:cNvPr>
          <p:cNvSpPr txBox="1"/>
          <p:nvPr/>
        </p:nvSpPr>
        <p:spPr>
          <a:xfrm>
            <a:off x="726233" y="1358296"/>
            <a:ext cx="11000791" cy="1339469"/>
          </a:xfrm>
          <a:prstGeom prst="rect">
            <a:avLst/>
          </a:prstGeom>
          <a:noFill/>
        </p:spPr>
        <p:txBody>
          <a:bodyPr wrap="square">
            <a:spAutoFit/>
          </a:bodyPr>
          <a:lstStyle/>
          <a:p>
            <a:pPr algn="just" rtl="1">
              <a:lnSpc>
                <a:spcPct val="115000"/>
              </a:lnSpc>
            </a:pPr>
            <a:r>
              <a:rPr lang="ar-SA" sz="1800" b="1" dirty="0">
                <a:effectLst/>
                <a:latin typeface="Aptos"/>
                <a:ea typeface="Times New Roman" panose="02020603050405020304" pitchFamily="18" charset="0"/>
              </a:rPr>
              <a:t>الاقتراح:</a:t>
            </a:r>
          </a:p>
          <a:p>
            <a:pPr algn="just" rtl="1">
              <a:lnSpc>
                <a:spcPct val="115000"/>
              </a:lnSpc>
            </a:pPr>
            <a:r>
              <a:rPr lang="ar-SA" sz="1800" b="1" dirty="0">
                <a:effectLst/>
                <a:latin typeface="Aptos"/>
                <a:ea typeface="Times New Roman" panose="02020603050405020304" pitchFamily="18" charset="0"/>
              </a:rPr>
              <a:t>الاستعانة بفريق استشاري خارجي متخصص، بتكلفة تقديرية تتراوح بين 5000 و7000 ريال، على أن يعمل تحت الإشراف المباشر للإدارة التنفيذية.</a:t>
            </a:r>
          </a:p>
          <a:p>
            <a:pPr algn="just" rtl="1">
              <a:lnSpc>
                <a:spcPct val="115000"/>
              </a:lnSpc>
            </a:pPr>
            <a:r>
              <a:rPr lang="ar-SA" sz="1800" b="1" dirty="0">
                <a:effectLst/>
                <a:latin typeface="Aptos"/>
                <a:ea typeface="Times New Roman" panose="02020603050405020304" pitchFamily="18" charset="0"/>
              </a:rPr>
              <a:t>أبرز مبررات المقترح:</a:t>
            </a:r>
          </a:p>
        </p:txBody>
      </p:sp>
      <p:sp>
        <p:nvSpPr>
          <p:cNvPr id="5" name="مربع نص 4">
            <a:extLst>
              <a:ext uri="{FF2B5EF4-FFF2-40B4-BE49-F238E27FC236}">
                <a16:creationId xmlns:a16="http://schemas.microsoft.com/office/drawing/2014/main" id="{8CC65D84-A882-41FD-9AC9-4F563121E1A1}"/>
              </a:ext>
            </a:extLst>
          </p:cNvPr>
          <p:cNvSpPr txBox="1"/>
          <p:nvPr/>
        </p:nvSpPr>
        <p:spPr>
          <a:xfrm>
            <a:off x="5885284" y="382372"/>
            <a:ext cx="6097554" cy="307777"/>
          </a:xfrm>
          <a:prstGeom prst="rect">
            <a:avLst/>
          </a:prstGeom>
          <a:noFill/>
        </p:spPr>
        <p:txBody>
          <a:bodyPr wrap="square">
            <a:spAutoFit/>
          </a:bodyPr>
          <a:lstStyle/>
          <a:p>
            <a:pPr marL="0" indent="0" algn="r" rtl="1">
              <a:buNone/>
            </a:pPr>
            <a:r>
              <a:rPr lang="en-US" sz="1400" b="1" dirty="0" err="1">
                <a:latin typeface="Arial" pitchFamily="34" charset="0"/>
                <a:ea typeface="Arial" pitchFamily="34" charset="-122"/>
                <a:cs typeface="Arial" pitchFamily="34" charset="-120"/>
              </a:rPr>
              <a:t>ثامناً:التطلعات</a:t>
            </a:r>
            <a:endParaRPr lang="en-US" sz="1400" dirty="0"/>
          </a:p>
        </p:txBody>
      </p:sp>
      <p:pic>
        <p:nvPicPr>
          <p:cNvPr id="6" name="Picture 16">
            <a:extLst>
              <a:ext uri="{FF2B5EF4-FFF2-40B4-BE49-F238E27FC236}">
                <a16:creationId xmlns:a16="http://schemas.microsoft.com/office/drawing/2014/main" id="{8322B2DF-B5D7-466A-AA10-18114DC78B1B}"/>
              </a:ext>
            </a:extLst>
          </p:cNvPr>
          <p:cNvPicPr/>
          <p:nvPr/>
        </p:nvPicPr>
        <p:blipFill>
          <a:blip r:embed="rId2">
            <a:extLst>
              <a:ext uri="{28A0092B-C50C-407E-A947-70E740481C1C}">
                <a14:useLocalDpi xmlns:a14="http://schemas.microsoft.com/office/drawing/2010/main" val="0"/>
              </a:ext>
            </a:extLst>
          </a:blip>
          <a:stretch>
            <a:fillRect/>
          </a:stretch>
        </p:blipFill>
        <p:spPr>
          <a:xfrm>
            <a:off x="0" y="5682344"/>
            <a:ext cx="12192000" cy="1175656"/>
          </a:xfrm>
          <a:prstGeom prst="rect">
            <a:avLst/>
          </a:prstGeom>
        </p:spPr>
      </p:pic>
      <p:sp>
        <p:nvSpPr>
          <p:cNvPr id="7" name="Text 1">
            <a:extLst>
              <a:ext uri="{FF2B5EF4-FFF2-40B4-BE49-F238E27FC236}">
                <a16:creationId xmlns:a16="http://schemas.microsoft.com/office/drawing/2014/main" id="{0DB211EB-58E6-4ECC-B1F7-DBBA4C20C1E7}"/>
              </a:ext>
            </a:extLst>
          </p:cNvPr>
          <p:cNvSpPr/>
          <p:nvPr/>
        </p:nvSpPr>
        <p:spPr>
          <a:xfrm>
            <a:off x="2518116" y="321410"/>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000" b="1" dirty="0">
                <a:solidFill>
                  <a:schemeClr val="bg1"/>
                </a:solidFill>
                <a:latin typeface="Arial" pitchFamily="34" charset="0"/>
                <a:cs typeface="Arial" pitchFamily="34" charset="-120"/>
              </a:rPr>
              <a:t>تطلعات للتطوير في النصف الثاني لعام </a:t>
            </a:r>
            <a:r>
              <a:rPr lang="en-US" sz="2000" b="1" dirty="0">
                <a:solidFill>
                  <a:schemeClr val="bg1"/>
                </a:solidFill>
                <a:latin typeface="Arial" pitchFamily="34" charset="0"/>
                <a:cs typeface="Arial" pitchFamily="34" charset="-120"/>
              </a:rPr>
              <a:t>2026 </a:t>
            </a:r>
            <a:r>
              <a:rPr lang="ar-SA" sz="2000" b="1" dirty="0">
                <a:solidFill>
                  <a:schemeClr val="bg1"/>
                </a:solidFill>
                <a:latin typeface="Arial" pitchFamily="34" charset="0"/>
                <a:cs typeface="Arial" pitchFamily="34" charset="-120"/>
              </a:rPr>
              <a:t>م</a:t>
            </a:r>
            <a:endParaRPr lang="en-US" sz="2000" dirty="0">
              <a:solidFill>
                <a:schemeClr val="bg1"/>
              </a:solidFill>
            </a:endParaRPr>
          </a:p>
        </p:txBody>
      </p:sp>
      <p:graphicFrame>
        <p:nvGraphicFramePr>
          <p:cNvPr id="8" name="جدول 7">
            <a:extLst>
              <a:ext uri="{FF2B5EF4-FFF2-40B4-BE49-F238E27FC236}">
                <a16:creationId xmlns:a16="http://schemas.microsoft.com/office/drawing/2014/main" id="{27847AEC-6162-499D-84B4-B73354E8A245}"/>
              </a:ext>
            </a:extLst>
          </p:cNvPr>
          <p:cNvGraphicFramePr>
            <a:graphicFrameLocks noGrp="1"/>
          </p:cNvGraphicFramePr>
          <p:nvPr>
            <p:extLst>
              <p:ext uri="{D42A27DB-BD31-4B8C-83A1-F6EECF244321}">
                <p14:modId xmlns:p14="http://schemas.microsoft.com/office/powerpoint/2010/main" val="2493916646"/>
              </p:ext>
            </p:extLst>
          </p:nvPr>
        </p:nvGraphicFramePr>
        <p:xfrm>
          <a:off x="973667" y="2911475"/>
          <a:ext cx="10566400" cy="2497667"/>
        </p:xfrm>
        <a:graphic>
          <a:graphicData uri="http://schemas.openxmlformats.org/drawingml/2006/table">
            <a:tbl>
              <a:tblPr firstRow="1" firstCol="1" bandRow="1"/>
              <a:tblGrid>
                <a:gridCol w="3234613">
                  <a:extLst>
                    <a:ext uri="{9D8B030D-6E8A-4147-A177-3AD203B41FA5}">
                      <a16:colId xmlns:a16="http://schemas.microsoft.com/office/drawing/2014/main" val="681284115"/>
                    </a:ext>
                  </a:extLst>
                </a:gridCol>
                <a:gridCol w="7331787">
                  <a:extLst>
                    <a:ext uri="{9D8B030D-6E8A-4147-A177-3AD203B41FA5}">
                      <a16:colId xmlns:a16="http://schemas.microsoft.com/office/drawing/2014/main" val="1436135036"/>
                    </a:ext>
                  </a:extLst>
                </a:gridCol>
              </a:tblGrid>
              <a:tr h="364067">
                <a:tc>
                  <a:txBody>
                    <a:bodyPr/>
                    <a:lstStyle/>
                    <a:p>
                      <a:pPr algn="ctr" rtl="1"/>
                      <a:r>
                        <a:rPr lang="ar-SA" sz="1800" b="1"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المبرر</a:t>
                      </a:r>
                      <a:endParaRPr lang="en-US" sz="1800" dirty="0">
                        <a:solidFill>
                          <a:schemeClr val="bg1"/>
                        </a:solidFill>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rgbClr val="952D43"/>
                    </a:solidFill>
                  </a:tcPr>
                </a:tc>
                <a:tc>
                  <a:txBody>
                    <a:bodyPr/>
                    <a:lstStyle/>
                    <a:p>
                      <a:pPr algn="ctr" rtl="1"/>
                      <a:r>
                        <a:rPr lang="ar-SA" sz="1800" b="1"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التفصيل</a:t>
                      </a:r>
                      <a:endParaRPr lang="en-US" sz="1800" dirty="0">
                        <a:solidFill>
                          <a:schemeClr val="bg1"/>
                        </a:solidFill>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rgbClr val="952D43"/>
                    </a:solidFill>
                  </a:tcPr>
                </a:tc>
                <a:extLst>
                  <a:ext uri="{0D108BD9-81ED-4DB2-BD59-A6C34878D82A}">
                    <a16:rowId xmlns:a16="http://schemas.microsoft.com/office/drawing/2014/main" val="4046315117"/>
                  </a:ext>
                </a:extLst>
              </a:tr>
              <a:tr h="354390">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تعدد التخصصات</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dirty="0">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الأعمال تحتاج حوكمة وتنمية موارد وكتابة مشاريع وإدارة منصات ومحتوى معًا</a:t>
                      </a:r>
                      <a:endParaRPr lang="en-US" sz="13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969976571"/>
                  </a:ext>
                </a:extLst>
              </a:tr>
              <a:tr h="354390">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الوفر المالي</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dirty="0">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تكلفة الفريق الاستشاري (5000–7000 ريال) أقل من عُشر تكلفة التوظيف المباشر</a:t>
                      </a:r>
                      <a:endParaRPr lang="en-US" sz="13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402806147"/>
                  </a:ext>
                </a:extLst>
              </a:tr>
              <a:tr h="354390">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استثمار لا مصروف</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المخرجات (ملفات، قواعد بيانات، أدلة) تبقى ملكًا للجمعية وتُفيد لسنوات</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2909934842"/>
                  </a:ext>
                </a:extLst>
              </a:tr>
              <a:tr h="354390">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رفع فرص التمويل</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dirty="0">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اكتمال الملفات الأساسية شرط للتقديم الاحترافي على المنح</a:t>
                      </a:r>
                      <a:endParaRPr lang="en-US" sz="13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2289992950"/>
                  </a:ext>
                </a:extLst>
              </a:tr>
              <a:tr h="361650">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نقل المعرفة</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الفريق يبني النماذج ويدرّب الموظفين ولا يحل محلهم</a:t>
                      </a:r>
                      <a:endParaRPr lang="en-US" sz="130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4003455181"/>
                  </a:ext>
                </a:extLst>
              </a:tr>
              <a:tr h="354390">
                <a:tc>
                  <a:txBody>
                    <a:bodyPr/>
                    <a:lstStyle/>
                    <a:p>
                      <a:pPr algn="ctr" rtl="1"/>
                      <a:r>
                        <a:rPr lang="ar-SA" sz="1300" b="1" dirty="0">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الرقابة محفوظة</a:t>
                      </a:r>
                      <a:endParaRPr lang="en-US" sz="13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tc>
                  <a:txBody>
                    <a:bodyPr/>
                    <a:lstStyle/>
                    <a:p>
                      <a:pPr algn="ctr" rtl="1"/>
                      <a:r>
                        <a:rPr lang="ar-SA" sz="1300" b="1" dirty="0">
                          <a:effectLst>
                            <a:outerShdw blurRad="38100" dist="38100" dir="2700000" algn="tl">
                              <a:srgbClr val="000000">
                                <a:alpha val="43137"/>
                              </a:srgbClr>
                            </a:outerShdw>
                          </a:effectLst>
                          <a:latin typeface="Times New Roman" panose="02020603050405020304" pitchFamily="18" charset="0"/>
                          <a:ea typeface="Arial" panose="020B0604020202020204" pitchFamily="34" charset="0"/>
                          <a:cs typeface="Arial" panose="020B0604020202020204" pitchFamily="34" charset="0"/>
                        </a:rPr>
                        <a:t>ربط الدفعات بالمخرجات، تقارير دورية، مراجعة المدير التنفيذي، سرية البيانات</a:t>
                      </a:r>
                      <a:endParaRPr lang="en-US" sz="1300"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cell3D prstMaterial="dkEdge">
                      <a:bevel/>
                      <a:lightRig rig="flood" dir="t"/>
                    </a:cell3D>
                    <a:solidFill>
                      <a:schemeClr val="bg1">
                        <a:lumMod val="85000"/>
                      </a:schemeClr>
                    </a:solidFill>
                  </a:tcPr>
                </a:tc>
                <a:extLst>
                  <a:ext uri="{0D108BD9-81ED-4DB2-BD59-A6C34878D82A}">
                    <a16:rowId xmlns:a16="http://schemas.microsoft.com/office/drawing/2014/main" val="1946875679"/>
                  </a:ext>
                </a:extLst>
              </a:tr>
            </a:tbl>
          </a:graphicData>
        </a:graphic>
      </p:graphicFrame>
    </p:spTree>
    <p:extLst>
      <p:ext uri="{BB962C8B-B14F-4D97-AF65-F5344CB8AC3E}">
        <p14:creationId xmlns:p14="http://schemas.microsoft.com/office/powerpoint/2010/main" val="3842385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7639F61-9D86-41A3-A1BB-0AECFF04966E}"/>
              </a:ext>
            </a:extLst>
          </p:cNvPr>
          <p:cNvSpPr/>
          <p:nvPr/>
        </p:nvSpPr>
        <p:spPr>
          <a:xfrm>
            <a:off x="2255520" y="136744"/>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000" b="1" dirty="0">
                <a:solidFill>
                  <a:schemeClr val="bg1"/>
                </a:solidFill>
                <a:latin typeface="Arial" pitchFamily="34" charset="0"/>
                <a:cs typeface="Arial" pitchFamily="34" charset="-120"/>
              </a:rPr>
              <a:t>تطلعات للتطوير في النصف الثاني لعام </a:t>
            </a:r>
            <a:r>
              <a:rPr lang="en-US" sz="2000" b="1" dirty="0">
                <a:solidFill>
                  <a:schemeClr val="bg1"/>
                </a:solidFill>
                <a:latin typeface="Arial" pitchFamily="34" charset="0"/>
                <a:cs typeface="Arial" pitchFamily="34" charset="-120"/>
              </a:rPr>
              <a:t>2026 </a:t>
            </a:r>
            <a:r>
              <a:rPr lang="ar-SA" sz="2000" b="1" dirty="0">
                <a:solidFill>
                  <a:schemeClr val="bg1"/>
                </a:solidFill>
                <a:latin typeface="Arial" pitchFamily="34" charset="0"/>
                <a:cs typeface="Arial" pitchFamily="34" charset="-120"/>
              </a:rPr>
              <a:t>م</a:t>
            </a:r>
            <a:endParaRPr lang="en-US" sz="2000" dirty="0">
              <a:solidFill>
                <a:schemeClr val="bg1"/>
              </a:solidFill>
            </a:endParaRPr>
          </a:p>
        </p:txBody>
      </p:sp>
      <p:sp>
        <p:nvSpPr>
          <p:cNvPr id="4" name="مربع نص 3">
            <a:extLst>
              <a:ext uri="{FF2B5EF4-FFF2-40B4-BE49-F238E27FC236}">
                <a16:creationId xmlns:a16="http://schemas.microsoft.com/office/drawing/2014/main" id="{7C8CB955-3844-4D86-8A80-DB62201E4A82}"/>
              </a:ext>
            </a:extLst>
          </p:cNvPr>
          <p:cNvSpPr txBox="1"/>
          <p:nvPr/>
        </p:nvSpPr>
        <p:spPr>
          <a:xfrm>
            <a:off x="5808133" y="226398"/>
            <a:ext cx="6096000"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ثامناً:التطلعات</a:t>
            </a:r>
            <a:endParaRPr lang="en-US" sz="1800" dirty="0"/>
          </a:p>
        </p:txBody>
      </p:sp>
      <p:sp>
        <p:nvSpPr>
          <p:cNvPr id="5" name="مربع نص 4">
            <a:extLst>
              <a:ext uri="{FF2B5EF4-FFF2-40B4-BE49-F238E27FC236}">
                <a16:creationId xmlns:a16="http://schemas.microsoft.com/office/drawing/2014/main" id="{9A77B19C-6556-4296-BC9A-004BABC18F3E}"/>
              </a:ext>
            </a:extLst>
          </p:cNvPr>
          <p:cNvSpPr txBox="1"/>
          <p:nvPr/>
        </p:nvSpPr>
        <p:spPr>
          <a:xfrm>
            <a:off x="999067" y="1253067"/>
            <a:ext cx="10905066" cy="4049827"/>
          </a:xfrm>
          <a:prstGeom prst="rect">
            <a:avLst/>
          </a:prstGeom>
          <a:noFill/>
        </p:spPr>
        <p:txBody>
          <a:bodyPr wrap="square" rtlCol="1">
            <a:spAutoFit/>
          </a:bodyPr>
          <a:lstStyle/>
          <a:p>
            <a:pPr algn="r" rtl="1">
              <a:spcBef>
                <a:spcPts val="1500"/>
              </a:spcBef>
              <a:spcAft>
                <a:spcPts val="750"/>
              </a:spcAft>
            </a:pPr>
            <a:r>
              <a:rPr lang="ar-SA" sz="1800" b="1" kern="0" dirty="0">
                <a:effectLst/>
                <a:latin typeface="Times New Roman" panose="02020603050405020304" pitchFamily="18" charset="0"/>
                <a:ea typeface="Arial" panose="020B0604020202020204" pitchFamily="34" charset="0"/>
                <a:cs typeface="Arial" panose="020B0604020202020204" pitchFamily="34" charset="0"/>
              </a:rPr>
              <a:t>خطة التنفيذ (ثلاث مراحل):</a:t>
            </a:r>
            <a:endParaRPr lang="en-US" sz="1800" b="1" kern="0" dirty="0">
              <a:effectLst/>
              <a:latin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المرحلة الأولى: القوائم المالية، الحوكمة، محاضر الجمعية العمومية، تفعيل منصة نوى</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المرحلة الثانية: إغلاق المشاريع السابقة، تحديث الموقع الإلكتروني، بناء قاعدة الجهات المانحة</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المرحلة الثالثة: إعداد الحقائب التعريفية والعروض التمويلية، والبدء في تقديم طلبات التمويل</a:t>
            </a:r>
            <a:endParaRPr lang="en-US" sz="1800" b="1" dirty="0">
              <a:effectLst/>
              <a:latin typeface="Times New Roman" panose="02020603050405020304" pitchFamily="18" charset="0"/>
              <a:ea typeface="Times New Roman" panose="02020603050405020304" pitchFamily="18" charset="0"/>
            </a:endParaRPr>
          </a:p>
          <a:p>
            <a:pPr algn="r" rtl="1">
              <a:spcBef>
                <a:spcPts val="1500"/>
              </a:spcBef>
              <a:spcAft>
                <a:spcPts val="750"/>
              </a:spcAft>
            </a:pPr>
            <a:r>
              <a:rPr lang="ar-SA" sz="1800" b="1" kern="0" dirty="0">
                <a:effectLst/>
                <a:latin typeface="Times New Roman" panose="02020603050405020304" pitchFamily="18" charset="0"/>
                <a:ea typeface="Arial" panose="020B0604020202020204" pitchFamily="34" charset="0"/>
                <a:cs typeface="Arial" panose="020B0604020202020204" pitchFamily="34" charset="0"/>
              </a:rPr>
              <a:t>ضمانات الرقابة لمجلس الإدارة</a:t>
            </a:r>
            <a:r>
              <a:rPr lang="ar-SA" sz="1800" b="1" kern="0" dirty="0">
                <a:effectLst/>
                <a:latin typeface="Times New Roman" panose="02020603050405020304" pitchFamily="18" charset="0"/>
                <a:cs typeface="Arial" panose="020B0604020202020204" pitchFamily="34" charset="0"/>
              </a:rPr>
              <a:t>:</a:t>
            </a:r>
            <a:endParaRPr lang="en-US" sz="1800" b="1" kern="0" dirty="0">
              <a:effectLst/>
              <a:latin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اعتماد نطاق الأعمال والمخرجات قبل البدء</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تحديد مسؤول اتصال من الجمعية</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تقارير دورية عن نسبة الإنجاز</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عدم اعتماد أي وثيقة نهائية إلا بعد مراجعة المدير التنفيذي</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ربط الدفعات بالمخرجات الفعلية</a:t>
            </a:r>
            <a:endParaRPr lang="en-US" sz="1800" b="1" dirty="0">
              <a:effectLst/>
              <a:latin typeface="Times New Roman" panose="02020603050405020304" pitchFamily="18" charset="0"/>
              <a:ea typeface="Times New Roman" panose="02020603050405020304" pitchFamily="18" charset="0"/>
            </a:endParaRPr>
          </a:p>
          <a:p>
            <a:pPr marL="342900" marR="457200" lvl="0" indent="-342900" algn="r" rtl="1">
              <a:spcAft>
                <a:spcPts val="450"/>
              </a:spcAft>
              <a:buFont typeface="Wingdings" panose="05000000000000000000" pitchFamily="2" charset="2"/>
              <a:buChar char="v"/>
            </a:pPr>
            <a:r>
              <a:rPr lang="ar-SA" sz="1800" b="1" dirty="0">
                <a:effectLst/>
                <a:latin typeface="Times New Roman" panose="02020603050405020304" pitchFamily="18" charset="0"/>
                <a:ea typeface="Arial" panose="020B0604020202020204" pitchFamily="34" charset="0"/>
                <a:cs typeface="Arial" panose="020B0604020202020204" pitchFamily="34" charset="0"/>
              </a:rPr>
              <a:t>الالتزام بسرية بيانات الجمعية، وتسليم الملفات بصيغ قابلة للتعديل</a:t>
            </a:r>
            <a:endParaRPr lang="en-US" sz="1800" b="1" dirty="0">
              <a:effectLst/>
              <a:latin typeface="Times New Roman" panose="02020603050405020304" pitchFamily="18" charset="0"/>
              <a:ea typeface="Times New Roman" panose="02020603050405020304" pitchFamily="18" charset="0"/>
            </a:endParaRPr>
          </a:p>
        </p:txBody>
      </p:sp>
      <p:pic>
        <p:nvPicPr>
          <p:cNvPr id="6" name="Picture 16">
            <a:extLst>
              <a:ext uri="{FF2B5EF4-FFF2-40B4-BE49-F238E27FC236}">
                <a16:creationId xmlns:a16="http://schemas.microsoft.com/office/drawing/2014/main" id="{492CA8EA-AA83-449E-A50E-CD79A400FD8D}"/>
              </a:ext>
            </a:extLst>
          </p:cNvPr>
          <p:cNvPicPr/>
          <p:nvPr/>
        </p:nvPicPr>
        <p:blipFill>
          <a:blip r:embed="rId2">
            <a:extLst>
              <a:ext uri="{28A0092B-C50C-407E-A947-70E740481C1C}">
                <a14:useLocalDpi xmlns:a14="http://schemas.microsoft.com/office/drawing/2010/main" val="0"/>
              </a:ext>
            </a:extLst>
          </a:blip>
          <a:stretch>
            <a:fillRect/>
          </a:stretch>
        </p:blipFill>
        <p:spPr>
          <a:xfrm>
            <a:off x="0" y="5682344"/>
            <a:ext cx="12192000" cy="1175656"/>
          </a:xfrm>
          <a:prstGeom prst="rect">
            <a:avLst/>
          </a:prstGeom>
        </p:spPr>
      </p:pic>
    </p:spTree>
    <p:extLst>
      <p:ext uri="{BB962C8B-B14F-4D97-AF65-F5344CB8AC3E}">
        <p14:creationId xmlns:p14="http://schemas.microsoft.com/office/powerpoint/2010/main" val="3841639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D4B21834-3051-48D8-A249-7A0F17366586}"/>
              </a:ext>
            </a:extLst>
          </p:cNvPr>
          <p:cNvSpPr txBox="1"/>
          <p:nvPr/>
        </p:nvSpPr>
        <p:spPr>
          <a:xfrm>
            <a:off x="5969260" y="155901"/>
            <a:ext cx="6097554" cy="369332"/>
          </a:xfrm>
          <a:prstGeom prst="rect">
            <a:avLst/>
          </a:prstGeom>
          <a:noFill/>
        </p:spPr>
        <p:txBody>
          <a:bodyPr wrap="square">
            <a:spAutoFit/>
          </a:bodyPr>
          <a:lstStyle/>
          <a:p>
            <a:pPr marL="0" indent="0" algn="r" rtl="1">
              <a:buNone/>
            </a:pPr>
            <a:r>
              <a:rPr lang="en-US" sz="1800" b="1" dirty="0" err="1">
                <a:latin typeface="Arial" pitchFamily="34" charset="0"/>
                <a:ea typeface="Arial" pitchFamily="34" charset="-122"/>
                <a:cs typeface="Arial" pitchFamily="34" charset="-120"/>
              </a:rPr>
              <a:t>ثامناً</a:t>
            </a:r>
            <a:r>
              <a:rPr lang="en-US" sz="1800" b="1" dirty="0">
                <a:latin typeface="Arial" pitchFamily="34" charset="0"/>
                <a:ea typeface="Arial" pitchFamily="34" charset="-122"/>
                <a:cs typeface="Arial" pitchFamily="34" charset="-120"/>
              </a:rPr>
              <a:t>: </a:t>
            </a:r>
            <a:r>
              <a:rPr lang="en-US" sz="1800" b="1" dirty="0" err="1">
                <a:latin typeface="Arial" pitchFamily="34" charset="0"/>
                <a:ea typeface="Arial" pitchFamily="34" charset="-122"/>
                <a:cs typeface="Arial" pitchFamily="34" charset="-120"/>
              </a:rPr>
              <a:t>التطلعات</a:t>
            </a:r>
            <a:endParaRPr lang="en-US" sz="1800" dirty="0"/>
          </a:p>
        </p:txBody>
      </p:sp>
      <p:sp>
        <p:nvSpPr>
          <p:cNvPr id="16" name="Text 1">
            <a:extLst>
              <a:ext uri="{FF2B5EF4-FFF2-40B4-BE49-F238E27FC236}">
                <a16:creationId xmlns:a16="http://schemas.microsoft.com/office/drawing/2014/main" id="{671F40F0-E1B2-4AE0-A6F9-0F9F6E8A5651}"/>
              </a:ext>
            </a:extLst>
          </p:cNvPr>
          <p:cNvSpPr/>
          <p:nvPr/>
        </p:nvSpPr>
        <p:spPr>
          <a:xfrm>
            <a:off x="2355047" y="90306"/>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2000" b="1" dirty="0">
                <a:solidFill>
                  <a:schemeClr val="bg1"/>
                </a:solidFill>
                <a:latin typeface="Arial" pitchFamily="34" charset="0"/>
                <a:cs typeface="Arial" pitchFamily="34" charset="-120"/>
              </a:rPr>
              <a:t>تطلعات و المقترحات للتطوير في النصف الثاني لعام </a:t>
            </a:r>
            <a:r>
              <a:rPr lang="en-US" sz="2000" b="1" dirty="0">
                <a:solidFill>
                  <a:schemeClr val="bg1"/>
                </a:solidFill>
                <a:latin typeface="Arial" pitchFamily="34" charset="0"/>
                <a:cs typeface="Arial" pitchFamily="34" charset="-120"/>
              </a:rPr>
              <a:t>2026 </a:t>
            </a:r>
            <a:r>
              <a:rPr lang="ar-SA" sz="2000" b="1" dirty="0">
                <a:solidFill>
                  <a:schemeClr val="bg1"/>
                </a:solidFill>
                <a:latin typeface="Arial" pitchFamily="34" charset="0"/>
                <a:cs typeface="Arial" pitchFamily="34" charset="-120"/>
              </a:rPr>
              <a:t>م</a:t>
            </a:r>
            <a:endParaRPr lang="en-US" sz="2000" dirty="0">
              <a:solidFill>
                <a:schemeClr val="bg1"/>
              </a:solidFill>
            </a:endParaRPr>
          </a:p>
        </p:txBody>
      </p:sp>
      <p:sp>
        <p:nvSpPr>
          <p:cNvPr id="2" name="مربع نص 1">
            <a:extLst>
              <a:ext uri="{FF2B5EF4-FFF2-40B4-BE49-F238E27FC236}">
                <a16:creationId xmlns:a16="http://schemas.microsoft.com/office/drawing/2014/main" id="{17ED41FC-1B1C-42E8-948A-4817A26CBB59}"/>
              </a:ext>
            </a:extLst>
          </p:cNvPr>
          <p:cNvSpPr txBox="1"/>
          <p:nvPr/>
        </p:nvSpPr>
        <p:spPr>
          <a:xfrm>
            <a:off x="11008256" y="1558212"/>
            <a:ext cx="291115" cy="369332"/>
          </a:xfrm>
          <a:prstGeom prst="rect">
            <a:avLst/>
          </a:prstGeom>
          <a:noFill/>
        </p:spPr>
        <p:txBody>
          <a:bodyPr wrap="square" rtlCol="1">
            <a:spAutoFit/>
          </a:bodyPr>
          <a:lstStyle/>
          <a:p>
            <a:r>
              <a:rPr lang="en-US" dirty="0">
                <a:solidFill>
                  <a:schemeClr val="bg1"/>
                </a:solidFill>
              </a:rPr>
              <a:t>1</a:t>
            </a:r>
            <a:endParaRPr lang="ar-SA" dirty="0">
              <a:solidFill>
                <a:schemeClr val="bg1"/>
              </a:solidFill>
            </a:endParaRPr>
          </a:p>
        </p:txBody>
      </p:sp>
      <p:sp>
        <p:nvSpPr>
          <p:cNvPr id="17" name="مربع نص 16">
            <a:extLst>
              <a:ext uri="{FF2B5EF4-FFF2-40B4-BE49-F238E27FC236}">
                <a16:creationId xmlns:a16="http://schemas.microsoft.com/office/drawing/2014/main" id="{926622FC-FF61-432C-8E83-8D3A8ADC966F}"/>
              </a:ext>
            </a:extLst>
          </p:cNvPr>
          <p:cNvSpPr txBox="1"/>
          <p:nvPr/>
        </p:nvSpPr>
        <p:spPr>
          <a:xfrm>
            <a:off x="11015098" y="4875245"/>
            <a:ext cx="291115" cy="369332"/>
          </a:xfrm>
          <a:prstGeom prst="rect">
            <a:avLst/>
          </a:prstGeom>
          <a:noFill/>
        </p:spPr>
        <p:txBody>
          <a:bodyPr wrap="square" rtlCol="1">
            <a:spAutoFit/>
          </a:bodyPr>
          <a:lstStyle/>
          <a:p>
            <a:r>
              <a:rPr lang="en-US" dirty="0">
                <a:solidFill>
                  <a:schemeClr val="bg1"/>
                </a:solidFill>
              </a:rPr>
              <a:t>3</a:t>
            </a:r>
            <a:endParaRPr lang="ar-SA" dirty="0">
              <a:solidFill>
                <a:schemeClr val="bg1"/>
              </a:solidFill>
            </a:endParaRPr>
          </a:p>
        </p:txBody>
      </p:sp>
      <p:sp>
        <p:nvSpPr>
          <p:cNvPr id="20" name="مربع نص 19">
            <a:extLst>
              <a:ext uri="{FF2B5EF4-FFF2-40B4-BE49-F238E27FC236}">
                <a16:creationId xmlns:a16="http://schemas.microsoft.com/office/drawing/2014/main" id="{A2D2EEF7-6530-4BC3-B8E5-4C1F3EBF8222}"/>
              </a:ext>
            </a:extLst>
          </p:cNvPr>
          <p:cNvSpPr txBox="1"/>
          <p:nvPr/>
        </p:nvSpPr>
        <p:spPr>
          <a:xfrm>
            <a:off x="4589882" y="1645885"/>
            <a:ext cx="291115" cy="369332"/>
          </a:xfrm>
          <a:prstGeom prst="rect">
            <a:avLst/>
          </a:prstGeom>
          <a:noFill/>
        </p:spPr>
        <p:txBody>
          <a:bodyPr wrap="square" rtlCol="1">
            <a:spAutoFit/>
          </a:bodyPr>
          <a:lstStyle/>
          <a:p>
            <a:r>
              <a:rPr lang="en-US" dirty="0">
                <a:solidFill>
                  <a:schemeClr val="bg1"/>
                </a:solidFill>
              </a:rPr>
              <a:t>2</a:t>
            </a:r>
            <a:endParaRPr lang="ar-SA" dirty="0">
              <a:solidFill>
                <a:schemeClr val="bg1"/>
              </a:solidFill>
            </a:endParaRPr>
          </a:p>
        </p:txBody>
      </p:sp>
      <p:sp>
        <p:nvSpPr>
          <p:cNvPr id="21" name="مربع نص 20">
            <a:extLst>
              <a:ext uri="{FF2B5EF4-FFF2-40B4-BE49-F238E27FC236}">
                <a16:creationId xmlns:a16="http://schemas.microsoft.com/office/drawing/2014/main" id="{28FEEF35-F88C-455D-B90B-0D95A71EA0BB}"/>
              </a:ext>
            </a:extLst>
          </p:cNvPr>
          <p:cNvSpPr txBox="1"/>
          <p:nvPr/>
        </p:nvSpPr>
        <p:spPr>
          <a:xfrm>
            <a:off x="4650380" y="4874701"/>
            <a:ext cx="291115" cy="369332"/>
          </a:xfrm>
          <a:prstGeom prst="rect">
            <a:avLst/>
          </a:prstGeom>
          <a:noFill/>
        </p:spPr>
        <p:txBody>
          <a:bodyPr wrap="square" rtlCol="1">
            <a:spAutoFit/>
          </a:bodyPr>
          <a:lstStyle/>
          <a:p>
            <a:r>
              <a:rPr lang="en-US" dirty="0">
                <a:solidFill>
                  <a:schemeClr val="bg1"/>
                </a:solidFill>
              </a:rPr>
              <a:t>4</a:t>
            </a:r>
            <a:endParaRPr lang="ar-SA" dirty="0">
              <a:solidFill>
                <a:schemeClr val="bg1"/>
              </a:solidFill>
            </a:endParaRPr>
          </a:p>
        </p:txBody>
      </p:sp>
      <p:sp>
        <p:nvSpPr>
          <p:cNvPr id="4" name="مربع نص 3">
            <a:extLst>
              <a:ext uri="{FF2B5EF4-FFF2-40B4-BE49-F238E27FC236}">
                <a16:creationId xmlns:a16="http://schemas.microsoft.com/office/drawing/2014/main" id="{EC20D2D5-47AB-4B5F-AA40-7BCB65AF022A}"/>
              </a:ext>
            </a:extLst>
          </p:cNvPr>
          <p:cNvSpPr txBox="1"/>
          <p:nvPr/>
        </p:nvSpPr>
        <p:spPr>
          <a:xfrm>
            <a:off x="694267" y="1346200"/>
            <a:ext cx="10778066" cy="5858014"/>
          </a:xfrm>
          <a:prstGeom prst="rect">
            <a:avLst/>
          </a:prstGeom>
          <a:noFill/>
        </p:spPr>
        <p:txBody>
          <a:bodyPr wrap="square" rtlCol="1">
            <a:spAutoFit/>
          </a:bodyPr>
          <a:lstStyle/>
          <a:p>
            <a:pPr marL="285750" indent="-285750" algn="r" rtl="1">
              <a:spcAft>
                <a:spcPts val="750"/>
              </a:spcAft>
              <a:buFont typeface="Wingdings" panose="05000000000000000000" pitchFamily="2" charset="2"/>
              <a:buChar char="Ø"/>
            </a:pP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تنويع الشراكات ومصادر الدخل</a:t>
            </a:r>
            <a:r>
              <a:rPr lang="ar-SA" dirty="0">
                <a:latin typeface="Times New Roman" panose="02020603050405020304" pitchFamily="18" charset="0"/>
                <a:ea typeface="Times New Roman" panose="02020603050405020304" pitchFamily="18" charset="0"/>
              </a:rPr>
              <a:t> </a:t>
            </a: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التوسع في الأوقاف والشراكات مع القطاع الخاص لتعزيز الاستدامة المالية</a:t>
            </a:r>
            <a:endParaRPr lang="en-US" sz="18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تعزيز الظهور الإعلامي</a:t>
            </a:r>
            <a:r>
              <a:rPr lang="ar-SA" dirty="0">
                <a:latin typeface="Times New Roman" panose="02020603050405020304" pitchFamily="18" charset="0"/>
                <a:ea typeface="Times New Roman" panose="02020603050405020304" pitchFamily="18" charset="0"/>
              </a:rPr>
              <a:t> </a:t>
            </a: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حضور أوسع في المحافل المهمة والمنصات الرقمية لزيادة الوعي بالجمعية</a:t>
            </a:r>
            <a:endParaRPr lang="en-US" sz="18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استقطاب الكفاءات</a:t>
            </a:r>
            <a:r>
              <a:rPr lang="ar-SA" dirty="0">
                <a:latin typeface="Times New Roman" panose="02020603050405020304" pitchFamily="18" charset="0"/>
                <a:ea typeface="Times New Roman" panose="02020603050405020304" pitchFamily="18" charset="0"/>
              </a:rPr>
              <a:t> </a:t>
            </a: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لشغل الوظائف الشاغرة في الإعلام والموارد البشرية وتنمية الموارد المالية</a:t>
            </a:r>
            <a:endParaRPr lang="en-US" sz="18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r>
              <a:rPr lang="ar-SA" b="1" dirty="0">
                <a:latin typeface="Times New Roman" panose="02020603050405020304" pitchFamily="18" charset="0"/>
                <a:ea typeface="Times New Roman" panose="02020603050405020304" pitchFamily="18" charset="0"/>
                <a:cs typeface="Arial" panose="020B0604020202020204" pitchFamily="34" charset="0"/>
              </a:rPr>
              <a:t>العمل على تنفيذ برنامج بطاقة طبيبي (و هي بطاقة تتيح لحاملها الحصول على تخفيضات لدى, المستشفيات, المختبرات الطبية, النوادي الرياضية, المتاجر الصحية)</a:t>
            </a:r>
          </a:p>
          <a:p>
            <a:pPr marL="285750" indent="-285750" algn="r" rtl="1">
              <a:spcAft>
                <a:spcPts val="750"/>
              </a:spcAft>
              <a:buFont typeface="Wingdings" panose="05000000000000000000" pitchFamily="2" charset="2"/>
              <a:buChar char="Ø"/>
            </a:pP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تعديل لائحة صرف المساعدات: باتخاذ إجراءات تصحيحية لرفع نسبة قبول الحالات المتقدمة للدعم العلاجي.</a:t>
            </a:r>
          </a:p>
          <a:p>
            <a:pPr marL="285750" indent="-285750" algn="r" rtl="1">
              <a:spcAft>
                <a:spcPts val="750"/>
              </a:spcAft>
              <a:buFont typeface="Wingdings" panose="05000000000000000000" pitchFamily="2" charset="2"/>
              <a:buChar char="Ø"/>
            </a:pPr>
            <a:r>
              <a:rPr lang="ar-SA" sz="1800" b="1" dirty="0">
                <a:effectLst/>
                <a:latin typeface="Times New Roman" panose="02020603050405020304" pitchFamily="18" charset="0"/>
                <a:ea typeface="Times New Roman" panose="02020603050405020304" pitchFamily="18" charset="0"/>
                <a:cs typeface="Arial" panose="020B0604020202020204" pitchFamily="34" charset="0"/>
              </a:rPr>
              <a:t>استعانة بفريق استشاري: متخصص بتكلفة تقديرية (من 5,000 إلى 7,000 ريال شهرياً لمدة 3 أشهر) لاستكمال متطلبات الحوكمة والامتثال، القوائم المالية، تفعيل منصة نوى، وإعادة تصميم العروض التمويلية..</a:t>
            </a:r>
          </a:p>
          <a:p>
            <a:pPr marL="285750" indent="-285750" algn="r" rtl="1">
              <a:spcAft>
                <a:spcPts val="750"/>
              </a:spcAft>
              <a:buFont typeface="Wingdings" panose="05000000000000000000" pitchFamily="2" charset="2"/>
              <a:buChar char="Ø"/>
            </a:pPr>
            <a:r>
              <a:rPr lang="ar-SA" b="1" dirty="0">
                <a:latin typeface="Times New Roman" panose="02020603050405020304" pitchFamily="18" charset="0"/>
                <a:ea typeface="Times New Roman" panose="02020603050405020304" pitchFamily="18" charset="0"/>
                <a:cs typeface="Arial" panose="020B0604020202020204" pitchFamily="34" charset="0"/>
              </a:rPr>
              <a:t>اعتماد مصفوفة الصلاحيات لإتاحة فرصة سرعة و مرونة اتخاذ القرار</a:t>
            </a:r>
          </a:p>
          <a:p>
            <a:pPr marL="285750" indent="-285750" algn="r" rtl="1">
              <a:spcAft>
                <a:spcPts val="750"/>
              </a:spcAft>
              <a:buFont typeface="Wingdings" panose="05000000000000000000" pitchFamily="2" charset="2"/>
              <a:buChar char="Ø"/>
            </a:pPr>
            <a:r>
              <a:rPr lang="ar-SA" b="1" dirty="0">
                <a:latin typeface="Times New Roman" panose="02020603050405020304" pitchFamily="18" charset="0"/>
                <a:ea typeface="Times New Roman" panose="02020603050405020304" pitchFamily="18" charset="0"/>
                <a:cs typeface="Arial" panose="020B0604020202020204" pitchFamily="34" charset="0"/>
              </a:rPr>
              <a:t>نأمل تفعيل دور أعضاء مجلس الإدارة و الجمعية العمومية في الدعم </a:t>
            </a:r>
            <a:r>
              <a:rPr lang="ar-SA" b="1">
                <a:latin typeface="Times New Roman" panose="02020603050405020304" pitchFamily="18" charset="0"/>
                <a:ea typeface="Times New Roman" panose="02020603050405020304" pitchFamily="18" charset="0"/>
                <a:cs typeface="Arial" panose="020B0604020202020204" pitchFamily="34" charset="0"/>
              </a:rPr>
              <a:t>المالي للجمعية من المانحين و خلافة.</a:t>
            </a:r>
            <a:endParaRPr lang="ar-SA" b="1" dirty="0">
              <a:latin typeface="Times New Roman" panose="02020603050405020304" pitchFamily="18" charset="0"/>
              <a:ea typeface="Times New Roman" panose="02020603050405020304" pitchFamily="18" charset="0"/>
              <a:cs typeface="Arial" panose="020B0604020202020204" pitchFamily="34" charset="0"/>
            </a:endParaRPr>
          </a:p>
          <a:p>
            <a:pPr algn="r" rtl="1">
              <a:spcAft>
                <a:spcPts val="750"/>
              </a:spcAft>
            </a:pPr>
            <a:endParaRPr lang="en-US" sz="1800" dirty="0">
              <a:effectLst/>
              <a:latin typeface="Times New Roman" panose="02020603050405020304" pitchFamily="18" charset="0"/>
              <a:ea typeface="Times New Roman" panose="02020603050405020304" pitchFamily="18" charset="0"/>
            </a:endParaRPr>
          </a:p>
          <a:p>
            <a:pPr algn="r" rtl="1">
              <a:spcAft>
                <a:spcPts val="750"/>
              </a:spcAft>
            </a:pPr>
            <a:endParaRPr lang="ar-SA" sz="1800" b="1" dirty="0">
              <a:effectLst/>
              <a:latin typeface="Times New Roman" panose="02020603050405020304" pitchFamily="18" charset="0"/>
              <a:ea typeface="Times New Roman" panose="02020603050405020304" pitchFamily="18" charset="0"/>
              <a:cs typeface="Arial" panose="020B0604020202020204" pitchFamily="34" charset="0"/>
            </a:endParaRPr>
          </a:p>
          <a:p>
            <a:pPr marL="285750" indent="-285750" algn="r" rtl="1">
              <a:spcAft>
                <a:spcPts val="750"/>
              </a:spcAft>
              <a:buFont typeface="Wingdings" panose="05000000000000000000" pitchFamily="2" charset="2"/>
              <a:buChar char="Ø"/>
            </a:pPr>
            <a:endParaRPr lang="en-US" sz="1800" dirty="0">
              <a:effectLst/>
              <a:latin typeface="Times New Roman" panose="02020603050405020304" pitchFamily="18" charset="0"/>
              <a:ea typeface="Times New Roman" panose="02020603050405020304" pitchFamily="18" charset="0"/>
            </a:endParaRPr>
          </a:p>
          <a:p>
            <a:pPr marL="285750" indent="-285750" algn="r" rtl="1">
              <a:spcAft>
                <a:spcPts val="750"/>
              </a:spcAft>
              <a:buFont typeface="Wingdings" panose="05000000000000000000" pitchFamily="2" charset="2"/>
              <a:buChar char="Ø"/>
            </a:pPr>
            <a:endParaRPr lang="ar-SA" b="1" dirty="0">
              <a:latin typeface="Times New Roman" panose="02020603050405020304" pitchFamily="18" charset="0"/>
              <a:ea typeface="Times New Roman" panose="02020603050405020304" pitchFamily="18" charset="0"/>
              <a:cs typeface="Arial" panose="020B0604020202020204" pitchFamily="34" charset="0"/>
            </a:endParaRPr>
          </a:p>
          <a:p>
            <a:pPr marL="285750" indent="-285750" algn="r" rtl="1">
              <a:spcAft>
                <a:spcPts val="750"/>
              </a:spcAft>
              <a:buFont typeface="Wingdings" panose="05000000000000000000" pitchFamily="2" charset="2"/>
              <a:buChar char="Ø"/>
            </a:pPr>
            <a:endParaRPr lang="en-US" sz="1800" dirty="0">
              <a:effectLst/>
              <a:latin typeface="Times New Roman" panose="02020603050405020304" pitchFamily="18" charset="0"/>
              <a:ea typeface="Times New Roman" panose="02020603050405020304" pitchFamily="18" charset="0"/>
            </a:endParaRPr>
          </a:p>
          <a:p>
            <a:pPr marL="285750" indent="-285750">
              <a:buFont typeface="Wingdings" panose="05000000000000000000" pitchFamily="2" charset="2"/>
              <a:buChar char="Ø"/>
            </a:pPr>
            <a:endParaRPr lang="ar-SA" dirty="0"/>
          </a:p>
        </p:txBody>
      </p:sp>
      <p:pic>
        <p:nvPicPr>
          <p:cNvPr id="9" name="Picture 16">
            <a:extLst>
              <a:ext uri="{FF2B5EF4-FFF2-40B4-BE49-F238E27FC236}">
                <a16:creationId xmlns:a16="http://schemas.microsoft.com/office/drawing/2014/main" id="{F095534A-1B58-4DA6-98BC-19275199209D}"/>
              </a:ext>
            </a:extLst>
          </p:cNvPr>
          <p:cNvPicPr/>
          <p:nvPr/>
        </p:nvPicPr>
        <p:blipFill>
          <a:blip r:embed="rId2">
            <a:extLst>
              <a:ext uri="{28A0092B-C50C-407E-A947-70E740481C1C}">
                <a14:useLocalDpi xmlns:a14="http://schemas.microsoft.com/office/drawing/2010/main" val="0"/>
              </a:ext>
            </a:extLst>
          </a:blip>
          <a:stretch>
            <a:fillRect/>
          </a:stretch>
        </p:blipFill>
        <p:spPr>
          <a:xfrm>
            <a:off x="0" y="5682344"/>
            <a:ext cx="12192000" cy="1175656"/>
          </a:xfrm>
          <a:prstGeom prst="rect">
            <a:avLst/>
          </a:prstGeom>
        </p:spPr>
      </p:pic>
    </p:spTree>
    <p:extLst>
      <p:ext uri="{BB962C8B-B14F-4D97-AF65-F5344CB8AC3E}">
        <p14:creationId xmlns:p14="http://schemas.microsoft.com/office/powerpoint/2010/main" val="3623338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510B44"/>
        </a:solidFill>
        <a:effectLst/>
      </p:bgPr>
    </p:bg>
    <p:spTree>
      <p:nvGrpSpPr>
        <p:cNvPr id="1" name=""/>
        <p:cNvGrpSpPr/>
        <p:nvPr/>
      </p:nvGrpSpPr>
      <p:grpSpPr>
        <a:xfrm>
          <a:off x="0" y="0"/>
          <a:ext cx="0" cy="0"/>
          <a:chOff x="0" y="0"/>
          <a:chExt cx="0" cy="0"/>
        </a:xfrm>
      </p:grpSpPr>
      <p:sp>
        <p:nvSpPr>
          <p:cNvPr id="2" name="مستطيل 1">
            <a:extLst>
              <a:ext uri="{FF2B5EF4-FFF2-40B4-BE49-F238E27FC236}">
                <a16:creationId xmlns:a16="http://schemas.microsoft.com/office/drawing/2014/main" id="{D31869A0-3024-4401-9676-2D68476ADE25}"/>
              </a:ext>
            </a:extLst>
          </p:cNvPr>
          <p:cNvSpPr/>
          <p:nvPr/>
        </p:nvSpPr>
        <p:spPr>
          <a:xfrm>
            <a:off x="0" y="0"/>
            <a:ext cx="12192000" cy="4048125"/>
          </a:xfrm>
          <a:prstGeom prst="rect">
            <a:avLst/>
          </a:prstGeom>
          <a:solidFill>
            <a:srgbClr val="952D43"/>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3" name="مربع نص 2">
            <a:extLst>
              <a:ext uri="{FF2B5EF4-FFF2-40B4-BE49-F238E27FC236}">
                <a16:creationId xmlns:a16="http://schemas.microsoft.com/office/drawing/2014/main" id="{6CAD6BD0-2B2F-47BB-B2A2-FD9306F0D627}"/>
              </a:ext>
            </a:extLst>
          </p:cNvPr>
          <p:cNvSpPr txBox="1"/>
          <p:nvPr/>
        </p:nvSpPr>
        <p:spPr>
          <a:xfrm>
            <a:off x="1038225" y="1423897"/>
            <a:ext cx="9867900" cy="1200329"/>
          </a:xfrm>
          <a:prstGeom prst="rect">
            <a:avLst/>
          </a:prstGeom>
          <a:noFill/>
        </p:spPr>
        <p:txBody>
          <a:bodyPr wrap="square" rtlCol="1">
            <a:spAutoFit/>
          </a:bodyPr>
          <a:lstStyle/>
          <a:p>
            <a:pPr algn="ctr"/>
            <a:r>
              <a:rPr lang="ar-SA" sz="7200" b="1" dirty="0">
                <a:solidFill>
                  <a:schemeClr val="bg1"/>
                </a:solidFill>
              </a:rPr>
              <a:t>تجربة المستفيدين</a:t>
            </a:r>
          </a:p>
        </p:txBody>
      </p:sp>
      <p:sp>
        <p:nvSpPr>
          <p:cNvPr id="4" name="Text 1">
            <a:extLst>
              <a:ext uri="{FF2B5EF4-FFF2-40B4-BE49-F238E27FC236}">
                <a16:creationId xmlns:a16="http://schemas.microsoft.com/office/drawing/2014/main" id="{2A0F3F70-BE05-454D-84D9-C3D9EC426161}"/>
              </a:ext>
            </a:extLst>
          </p:cNvPr>
          <p:cNvSpPr/>
          <p:nvPr/>
        </p:nvSpPr>
        <p:spPr>
          <a:xfrm>
            <a:off x="8503920" y="384048"/>
            <a:ext cx="3200400" cy="365760"/>
          </a:xfrm>
          <a:prstGeom prst="rect">
            <a:avLst/>
          </a:prstGeom>
          <a:noFill/>
          <a:ln/>
        </p:spPr>
        <p:txBody>
          <a:bodyPr wrap="square" rtlCol="0" anchor="ctr"/>
          <a:lstStyle/>
          <a:p>
            <a:pPr marL="0" indent="0" algn="r" rtl="1">
              <a:buNone/>
            </a:pPr>
            <a:r>
              <a:rPr lang="ar-SA" sz="1400" b="1" dirty="0">
                <a:solidFill>
                  <a:schemeClr val="bg1"/>
                </a:solidFill>
                <a:latin typeface="Arial" pitchFamily="34" charset="0"/>
                <a:ea typeface="Arial" pitchFamily="34" charset="-122"/>
                <a:cs typeface="Arial" pitchFamily="34" charset="-120"/>
              </a:rPr>
              <a:t>تاسعاُ</a:t>
            </a:r>
            <a:r>
              <a:rPr lang="en-US" sz="1400" b="1" dirty="0">
                <a:solidFill>
                  <a:schemeClr val="bg1"/>
                </a:solidFill>
                <a:latin typeface="Arial" pitchFamily="34" charset="0"/>
                <a:ea typeface="Arial" pitchFamily="34" charset="-122"/>
                <a:cs typeface="Arial" pitchFamily="34" charset="-120"/>
              </a:rPr>
              <a:t>:</a:t>
            </a:r>
            <a:r>
              <a:rPr lang="ar-SA" sz="1400" b="1" dirty="0">
                <a:solidFill>
                  <a:schemeClr val="bg1"/>
                </a:solidFill>
                <a:latin typeface="Arial" pitchFamily="34" charset="0"/>
                <a:ea typeface="Arial" pitchFamily="34" charset="-122"/>
                <a:cs typeface="Arial" pitchFamily="34" charset="-120"/>
              </a:rPr>
              <a:t> تجربة المستفيدين و رسالة شكر و امتنان </a:t>
            </a:r>
            <a:endParaRPr lang="en-US" sz="1400" dirty="0">
              <a:solidFill>
                <a:schemeClr val="bg1"/>
              </a:solidFill>
            </a:endParaRPr>
          </a:p>
        </p:txBody>
      </p:sp>
    </p:spTree>
    <p:extLst>
      <p:ext uri="{BB962C8B-B14F-4D97-AF65-F5344CB8AC3E}">
        <p14:creationId xmlns:p14="http://schemas.microsoft.com/office/powerpoint/2010/main" val="2388370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8">
    <p:bg>
      <p:bgPr>
        <a:solidFill>
          <a:srgbClr val="510B44"/>
        </a:solidFill>
        <a:effectLst/>
      </p:bgPr>
    </p:bg>
    <p:spTree>
      <p:nvGrpSpPr>
        <p:cNvPr id="1" name=""/>
        <p:cNvGrpSpPr/>
        <p:nvPr/>
      </p:nvGrpSpPr>
      <p:grpSpPr>
        <a:xfrm>
          <a:off x="0" y="0"/>
          <a:ext cx="0" cy="0"/>
          <a:chOff x="0" y="0"/>
          <a:chExt cx="0" cy="0"/>
        </a:xfrm>
      </p:grpSpPr>
      <p:sp>
        <p:nvSpPr>
          <p:cNvPr id="3" name="Text 1"/>
          <p:cNvSpPr/>
          <p:nvPr/>
        </p:nvSpPr>
        <p:spPr>
          <a:xfrm>
            <a:off x="8503920" y="384048"/>
            <a:ext cx="3200400" cy="365760"/>
          </a:xfrm>
          <a:prstGeom prst="rect">
            <a:avLst/>
          </a:prstGeom>
          <a:noFill/>
          <a:ln/>
        </p:spPr>
        <p:txBody>
          <a:bodyPr wrap="square" rtlCol="0" anchor="ctr"/>
          <a:lstStyle/>
          <a:p>
            <a:pPr marL="0" indent="0" algn="r" rtl="1">
              <a:buNone/>
            </a:pPr>
            <a:r>
              <a:rPr lang="ar-SA" sz="1400" b="1" dirty="0">
                <a:solidFill>
                  <a:schemeClr val="bg1"/>
                </a:solidFill>
                <a:latin typeface="Arial" pitchFamily="34" charset="0"/>
                <a:ea typeface="Arial" pitchFamily="34" charset="-122"/>
                <a:cs typeface="Arial" pitchFamily="34" charset="-120"/>
              </a:rPr>
              <a:t>تاسعاُ</a:t>
            </a:r>
            <a:r>
              <a:rPr lang="en-US" sz="1400" b="1" dirty="0">
                <a:solidFill>
                  <a:schemeClr val="bg1"/>
                </a:solidFill>
                <a:latin typeface="Arial" pitchFamily="34" charset="0"/>
                <a:ea typeface="Arial" pitchFamily="34" charset="-122"/>
                <a:cs typeface="Arial" pitchFamily="34" charset="-120"/>
              </a:rPr>
              <a:t>:</a:t>
            </a:r>
            <a:r>
              <a:rPr lang="ar-SA" sz="1400" b="1" dirty="0">
                <a:solidFill>
                  <a:schemeClr val="bg1"/>
                </a:solidFill>
                <a:latin typeface="Arial" pitchFamily="34" charset="0"/>
                <a:ea typeface="Arial" pitchFamily="34" charset="-122"/>
                <a:cs typeface="Arial" pitchFamily="34" charset="-120"/>
              </a:rPr>
              <a:t> تجربة المستفيدين و رسالة شكر و امتنان </a:t>
            </a:r>
            <a:endParaRPr lang="en-US" sz="1400" dirty="0">
              <a:solidFill>
                <a:schemeClr val="bg1"/>
              </a:solidFill>
            </a:endParaRPr>
          </a:p>
        </p:txBody>
      </p:sp>
      <p:sp>
        <p:nvSpPr>
          <p:cNvPr id="4" name="Text 2"/>
          <p:cNvSpPr/>
          <p:nvPr/>
        </p:nvSpPr>
        <p:spPr>
          <a:xfrm>
            <a:off x="548640" y="365760"/>
            <a:ext cx="7315200" cy="548640"/>
          </a:xfrm>
          <a:prstGeom prst="rect">
            <a:avLst/>
          </a:prstGeom>
          <a:noFill/>
          <a:ln/>
        </p:spPr>
        <p:txBody>
          <a:bodyPr wrap="square" rtlCol="0" anchor="ctr"/>
          <a:lstStyle/>
          <a:p>
            <a:pPr marL="0" indent="0" algn="r" rtl="1">
              <a:buNone/>
            </a:pPr>
            <a:r>
              <a:rPr lang="en-US" sz="3000" b="1" dirty="0">
                <a:solidFill>
                  <a:srgbClr val="FFFFFF"/>
                </a:solidFill>
                <a:latin typeface="Arial" pitchFamily="34" charset="0"/>
                <a:ea typeface="Arial" pitchFamily="34" charset="-122"/>
                <a:cs typeface="Arial" pitchFamily="34" charset="-120"/>
              </a:rPr>
              <a:t>سامية سليمان</a:t>
            </a:r>
            <a:endParaRPr lang="en-US" sz="3000" dirty="0"/>
          </a:p>
        </p:txBody>
      </p:sp>
      <p:sp>
        <p:nvSpPr>
          <p:cNvPr id="5" name="Text 3"/>
          <p:cNvSpPr/>
          <p:nvPr/>
        </p:nvSpPr>
        <p:spPr>
          <a:xfrm>
            <a:off x="548640" y="953962"/>
            <a:ext cx="11064240" cy="1188720"/>
          </a:xfrm>
          <a:prstGeom prst="rect">
            <a:avLst/>
          </a:prstGeom>
          <a:noFill/>
          <a:ln/>
        </p:spPr>
        <p:txBody>
          <a:bodyPr wrap="square" rtlCol="0" anchor="ctr"/>
          <a:lstStyle/>
          <a:p>
            <a:pPr marL="0" indent="0" algn="r" rtl="1">
              <a:lnSpc>
                <a:spcPct val="130000"/>
              </a:lnSpc>
              <a:buNone/>
            </a:pPr>
            <a:r>
              <a:rPr lang="en-US" sz="1400" b="1" dirty="0">
                <a:solidFill>
                  <a:srgbClr val="F5E4E9"/>
                </a:solidFill>
                <a:latin typeface="Arial" pitchFamily="34" charset="0"/>
                <a:ea typeface="Arial" pitchFamily="34" charset="-122"/>
                <a:cs typeface="Arial" pitchFamily="34" charset="-120"/>
              </a:rPr>
              <a:t>تقدمت المستفيدة سامية سليمان إلى الجمعية بخطاب إحالة من مستشفى المواساة بالمدينة المنورة، طالبةً المساعدة في تغطية تكلفة عملية استئصال كتلة من الصدر، والتي بلغت تكلفتها 6,350 ريالاً. وبعد إجراء البحث الاجتماعي ودراسة الحالة، عُرضت على مجلس المساعدات، وبفضل الله تمت الموافقة على تغطية كامل تكلفة العملية. وقد أُجريت العملية بنجاح، وتحسنت الحالة الصحية للمستفيدة.</a:t>
            </a:r>
            <a:endParaRPr lang="en-US" sz="1400" b="1" dirty="0"/>
          </a:p>
        </p:txBody>
      </p:sp>
      <p:sp>
        <p:nvSpPr>
          <p:cNvPr id="6" name="Shape 4"/>
          <p:cNvSpPr/>
          <p:nvPr/>
        </p:nvSpPr>
        <p:spPr>
          <a:xfrm>
            <a:off x="548640" y="1978090"/>
            <a:ext cx="11064240" cy="4285550"/>
          </a:xfrm>
          <a:prstGeom prst="horizontalScroll">
            <a:avLst/>
          </a:prstGeom>
          <a:solidFill>
            <a:srgbClr val="B01542"/>
          </a:solidFill>
          <a:ln/>
          <a:effectLst>
            <a:outerShdw blurRad="50800" dist="38100" dir="16200000" rotWithShape="0">
              <a:prstClr val="black">
                <a:alpha val="40000"/>
              </a:prstClr>
            </a:outerShdw>
          </a:effectLst>
        </p:spPr>
      </p:sp>
      <p:sp>
        <p:nvSpPr>
          <p:cNvPr id="7" name="Text 5"/>
          <p:cNvSpPr/>
          <p:nvPr/>
        </p:nvSpPr>
        <p:spPr>
          <a:xfrm>
            <a:off x="822960" y="2651760"/>
            <a:ext cx="10515600" cy="365760"/>
          </a:xfrm>
          <a:prstGeom prst="rect">
            <a:avLst/>
          </a:prstGeom>
          <a:noFill/>
          <a:ln/>
        </p:spPr>
        <p:txBody>
          <a:bodyPr wrap="square" rtlCol="0" anchor="ctr"/>
          <a:lstStyle/>
          <a:p>
            <a:pPr marL="0" indent="0" algn="r" rtl="1">
              <a:buNone/>
            </a:pPr>
            <a:r>
              <a:rPr lang="en-US" b="1" dirty="0">
                <a:solidFill>
                  <a:srgbClr val="6A113D"/>
                </a:solidFill>
                <a:latin typeface="Arial" pitchFamily="34" charset="0"/>
                <a:ea typeface="Arial" pitchFamily="34" charset="-122"/>
                <a:cs typeface="Arial" pitchFamily="34" charset="-120"/>
              </a:rPr>
              <a:t>رسالة شكر من المستفيدة:</a:t>
            </a:r>
            <a:endParaRPr lang="en-US" dirty="0"/>
          </a:p>
        </p:txBody>
      </p:sp>
      <p:sp>
        <p:nvSpPr>
          <p:cNvPr id="8" name="Text 6"/>
          <p:cNvSpPr/>
          <p:nvPr/>
        </p:nvSpPr>
        <p:spPr>
          <a:xfrm>
            <a:off x="822960" y="3017520"/>
            <a:ext cx="10515600" cy="3108960"/>
          </a:xfrm>
          <a:prstGeom prst="flowChartAlternateProcess">
            <a:avLst/>
          </a:prstGeom>
          <a:noFill/>
          <a:ln/>
        </p:spPr>
        <p:txBody>
          <a:bodyPr wrap="square" rtlCol="0" anchor="t"/>
          <a:lstStyle/>
          <a:p>
            <a:pPr marL="0" indent="0" algn="r" rtl="1">
              <a:lnSpc>
                <a:spcPct val="140000"/>
              </a:lnSpc>
              <a:buNone/>
            </a:pPr>
            <a:r>
              <a:rPr lang="en-US" sz="2000" b="1" i="1" dirty="0">
                <a:solidFill>
                  <a:srgbClr val="FBE0E7"/>
                </a:solidFill>
                <a:latin typeface="Arial" pitchFamily="34" charset="0"/>
                <a:ea typeface="Arial" pitchFamily="34" charset="-122"/>
                <a:cs typeface="Arial" pitchFamily="34" charset="-120"/>
              </a:rPr>
              <a:t>"إلى أعضاء جمعية طبيبي الكرام، تعجز كلمات الثناء والشكر أن تفيكم حقكم لما تقدمونه من جهود جليلة في خدمة المجتمع، فأنتم نموذج يُحتذى به في البذل والعطاء. جزاكم الله خير الجزاء وبارك في مساعيكم، شكرًا لعطائكم السخي الذي يضيء حياة الكثيرين ويصنع الأمل. بدعمكم المستمر وتبرعاتكم الكريمة، تستطيعون إدخال السرور على قلوب المحتاجين وإحداث تغيير حقيقي وإيجابي في المجتمع، وبفضل جهودكم النبيلة أصبح الأمل واقعًا ملموسًا. شكرًا لكم على كل ما تفعلونه، فكل مساهمة منكم هي بذرة خير تُثمر بسمة في قلب محتاج. شكرًا لقلوبكم المعطاءة."</a:t>
            </a:r>
            <a:endParaRPr lang="en-US" sz="2000" b="1" dirty="0"/>
          </a:p>
        </p:txBody>
      </p:sp>
      <p:sp>
        <p:nvSpPr>
          <p:cNvPr id="9" name="Text 7"/>
          <p:cNvSpPr/>
          <p:nvPr/>
        </p:nvSpPr>
        <p:spPr>
          <a:xfrm>
            <a:off x="457200" y="6537960"/>
            <a:ext cx="7315200" cy="274320"/>
          </a:xfrm>
          <a:prstGeom prst="rect">
            <a:avLst/>
          </a:prstGeom>
          <a:noFill/>
          <a:ln/>
        </p:spPr>
        <p:txBody>
          <a:bodyPr wrap="square" rtlCol="0" anchor="ctr"/>
          <a:lstStyle/>
          <a:p>
            <a:pPr marL="0" indent="0" algn="l" rtl="1">
              <a:buNone/>
            </a:pPr>
            <a:r>
              <a:rPr lang="en-US" sz="1400" b="1" dirty="0">
                <a:solidFill>
                  <a:schemeClr val="bg1"/>
                </a:solidFill>
                <a:latin typeface="Arial" pitchFamily="34" charset="0"/>
                <a:ea typeface="Arial" pitchFamily="34" charset="-122"/>
                <a:cs typeface="Arial" pitchFamily="34" charset="-120"/>
              </a:rPr>
              <a:t>تقرير النصف سنوي لجمعية طبيبي 2026</a:t>
            </a:r>
            <a:endParaRPr lang="en-US" sz="1400" b="1" dirty="0">
              <a:solidFill>
                <a:schemeClr val="bg1"/>
              </a:solidFill>
            </a:endParaRPr>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510B44"/>
        </a:solidFill>
        <a:effectLst/>
      </p:bgPr>
    </p:bg>
    <p:spTree>
      <p:nvGrpSpPr>
        <p:cNvPr id="1" name=""/>
        <p:cNvGrpSpPr/>
        <p:nvPr/>
      </p:nvGrpSpPr>
      <p:grpSpPr>
        <a:xfrm>
          <a:off x="0" y="0"/>
          <a:ext cx="0" cy="0"/>
          <a:chOff x="0" y="0"/>
          <a:chExt cx="0" cy="0"/>
        </a:xfrm>
      </p:grpSpPr>
      <p:sp>
        <p:nvSpPr>
          <p:cNvPr id="3" name="Text 1"/>
          <p:cNvSpPr/>
          <p:nvPr/>
        </p:nvSpPr>
        <p:spPr>
          <a:xfrm>
            <a:off x="8503920" y="384048"/>
            <a:ext cx="3200400" cy="365760"/>
          </a:xfrm>
          <a:prstGeom prst="rect">
            <a:avLst/>
          </a:prstGeom>
          <a:noFill/>
          <a:ln/>
        </p:spPr>
        <p:txBody>
          <a:bodyPr wrap="square" rtlCol="0" anchor="ctr"/>
          <a:lstStyle/>
          <a:p>
            <a:pPr marL="0" indent="0" algn="r" rtl="1">
              <a:buNone/>
            </a:pPr>
            <a:r>
              <a:rPr lang="ar-SA" sz="1400" b="1" dirty="0">
                <a:solidFill>
                  <a:schemeClr val="bg1"/>
                </a:solidFill>
                <a:latin typeface="Arial" pitchFamily="34" charset="0"/>
                <a:ea typeface="Arial" pitchFamily="34" charset="-122"/>
                <a:cs typeface="Arial" pitchFamily="34" charset="-120"/>
              </a:rPr>
              <a:t>تاسعاُ</a:t>
            </a:r>
            <a:r>
              <a:rPr lang="en-US" sz="1400" b="1" dirty="0">
                <a:solidFill>
                  <a:schemeClr val="bg1"/>
                </a:solidFill>
                <a:latin typeface="Arial" pitchFamily="34" charset="0"/>
                <a:ea typeface="Arial" pitchFamily="34" charset="-122"/>
                <a:cs typeface="Arial" pitchFamily="34" charset="-120"/>
              </a:rPr>
              <a:t>:</a:t>
            </a:r>
            <a:r>
              <a:rPr lang="ar-SA" sz="1400" b="1" dirty="0">
                <a:solidFill>
                  <a:schemeClr val="bg1"/>
                </a:solidFill>
                <a:latin typeface="Arial" pitchFamily="34" charset="0"/>
                <a:ea typeface="Arial" pitchFamily="34" charset="-122"/>
                <a:cs typeface="Arial" pitchFamily="34" charset="-120"/>
              </a:rPr>
              <a:t> تجربة المستفيدين و رسالة شكر و امتنان </a:t>
            </a:r>
            <a:endParaRPr lang="en-US" sz="1400" dirty="0">
              <a:solidFill>
                <a:schemeClr val="bg1"/>
              </a:solidFill>
            </a:endParaRPr>
          </a:p>
        </p:txBody>
      </p:sp>
      <p:sp>
        <p:nvSpPr>
          <p:cNvPr id="4" name="Text 2"/>
          <p:cNvSpPr/>
          <p:nvPr/>
        </p:nvSpPr>
        <p:spPr>
          <a:xfrm>
            <a:off x="548640" y="365760"/>
            <a:ext cx="7315200" cy="548640"/>
          </a:xfrm>
          <a:prstGeom prst="rect">
            <a:avLst/>
          </a:prstGeom>
          <a:noFill/>
          <a:ln/>
        </p:spPr>
        <p:txBody>
          <a:bodyPr wrap="square" rtlCol="0" anchor="ctr"/>
          <a:lstStyle/>
          <a:p>
            <a:pPr marL="0" indent="0" algn="r" rtl="1">
              <a:buNone/>
            </a:pPr>
            <a:r>
              <a:rPr lang="en-US" sz="3000" b="1" dirty="0">
                <a:solidFill>
                  <a:srgbClr val="FFFFFF"/>
                </a:solidFill>
                <a:latin typeface="Arial" pitchFamily="34" charset="0"/>
                <a:ea typeface="Arial" pitchFamily="34" charset="-122"/>
                <a:cs typeface="Arial" pitchFamily="34" charset="-120"/>
              </a:rPr>
              <a:t>كندفة محمد</a:t>
            </a:r>
            <a:endParaRPr lang="en-US" sz="3000" dirty="0"/>
          </a:p>
        </p:txBody>
      </p:sp>
      <p:sp>
        <p:nvSpPr>
          <p:cNvPr id="5" name="Text 3"/>
          <p:cNvSpPr/>
          <p:nvPr/>
        </p:nvSpPr>
        <p:spPr>
          <a:xfrm>
            <a:off x="548640" y="839195"/>
            <a:ext cx="11064240" cy="1188720"/>
          </a:xfrm>
          <a:prstGeom prst="rect">
            <a:avLst/>
          </a:prstGeom>
          <a:noFill/>
          <a:ln/>
        </p:spPr>
        <p:txBody>
          <a:bodyPr wrap="square" rtlCol="0" anchor="ctr"/>
          <a:lstStyle/>
          <a:p>
            <a:pPr marL="0" indent="0" algn="r" rtl="1">
              <a:lnSpc>
                <a:spcPct val="130000"/>
              </a:lnSpc>
              <a:buNone/>
            </a:pPr>
            <a:r>
              <a:rPr lang="en-US" sz="1400" b="1" dirty="0">
                <a:solidFill>
                  <a:srgbClr val="F5E4E9"/>
                </a:solidFill>
                <a:latin typeface="Arial" pitchFamily="34" charset="0"/>
                <a:ea typeface="Arial" pitchFamily="34" charset="-122"/>
                <a:cs typeface="Arial" pitchFamily="34" charset="-120"/>
              </a:rPr>
              <a:t>تقدمت المستفيدة كندفة محمد إلى الجمعية بخطاب إحالة من مدينة الملك سلمان الطبية بالمدينة المنورة، طالبةً المساعدة في تغطية تكلفة علاج التنويم تحت الملاحظة، والتي بلغت تكلفتها 9186 ريالاً. وبعد إجراء البحث الاجتماعي ودراسة الحالة، عُرضت على مجلس المساعدات، وبفضل الله تمت الموافقة على تغطية مبلغ 7000 ريالا من قيمة الفاتورة، وتحسنت الحالة الصحية للمستفيدة.</a:t>
            </a:r>
            <a:endParaRPr lang="en-US" sz="1400" b="1" dirty="0"/>
          </a:p>
        </p:txBody>
      </p:sp>
      <p:sp>
        <p:nvSpPr>
          <p:cNvPr id="6" name="Shape 4"/>
          <p:cNvSpPr/>
          <p:nvPr/>
        </p:nvSpPr>
        <p:spPr>
          <a:xfrm>
            <a:off x="548640" y="1847461"/>
            <a:ext cx="11064240" cy="4461899"/>
          </a:xfrm>
          <a:prstGeom prst="horizontalScroll">
            <a:avLst/>
          </a:prstGeom>
          <a:solidFill>
            <a:srgbClr val="B01542"/>
          </a:solidFill>
          <a:ln/>
          <a:effectLst>
            <a:outerShdw blurRad="50800" dist="38100" dir="16200000" rotWithShape="0">
              <a:prstClr val="black">
                <a:alpha val="40000"/>
              </a:prstClr>
            </a:outerShdw>
          </a:effectLst>
        </p:spPr>
      </p:sp>
      <p:sp>
        <p:nvSpPr>
          <p:cNvPr id="7" name="Text 5"/>
          <p:cNvSpPr/>
          <p:nvPr/>
        </p:nvSpPr>
        <p:spPr>
          <a:xfrm>
            <a:off x="822960" y="2514600"/>
            <a:ext cx="10515600" cy="320040"/>
          </a:xfrm>
          <a:prstGeom prst="rect">
            <a:avLst/>
          </a:prstGeom>
          <a:noFill/>
          <a:ln/>
        </p:spPr>
        <p:txBody>
          <a:bodyPr wrap="square" rtlCol="0" anchor="ctr"/>
          <a:lstStyle/>
          <a:p>
            <a:pPr marL="0" indent="0" algn="r" rtl="1">
              <a:buNone/>
            </a:pPr>
            <a:r>
              <a:rPr lang="en-US" sz="1600" b="1" dirty="0">
                <a:solidFill>
                  <a:srgbClr val="6A113D"/>
                </a:solidFill>
                <a:latin typeface="Arial" pitchFamily="34" charset="0"/>
                <a:ea typeface="Arial" pitchFamily="34" charset="-122"/>
                <a:cs typeface="Arial" pitchFamily="34" charset="-120"/>
              </a:rPr>
              <a:t>رسالة شكر من المستفيدة:</a:t>
            </a:r>
            <a:endParaRPr lang="en-US" sz="1600" dirty="0"/>
          </a:p>
        </p:txBody>
      </p:sp>
      <p:sp>
        <p:nvSpPr>
          <p:cNvPr id="8" name="Text 6"/>
          <p:cNvSpPr/>
          <p:nvPr/>
        </p:nvSpPr>
        <p:spPr>
          <a:xfrm>
            <a:off x="822960" y="2834640"/>
            <a:ext cx="10515600" cy="3383280"/>
          </a:xfrm>
          <a:prstGeom prst="rect">
            <a:avLst/>
          </a:prstGeom>
          <a:noFill/>
          <a:ln/>
        </p:spPr>
        <p:txBody>
          <a:bodyPr wrap="square" rtlCol="0" anchor="t"/>
          <a:lstStyle/>
          <a:p>
            <a:pPr marL="0" indent="0" algn="r" rtl="1">
              <a:lnSpc>
                <a:spcPct val="132000"/>
              </a:lnSpc>
              <a:buNone/>
            </a:pPr>
            <a:r>
              <a:rPr lang="en-US" b="1" i="1" dirty="0">
                <a:solidFill>
                  <a:srgbClr val="FBE0E7"/>
                </a:solidFill>
                <a:latin typeface="Arial" pitchFamily="34" charset="0"/>
                <a:ea typeface="Arial" pitchFamily="34" charset="-122"/>
                <a:cs typeface="Arial" pitchFamily="34" charset="-120"/>
              </a:rPr>
              <a:t>من أعماق قلبي، أتقدم بخالص الشكر والامتنان لـ جمعية طبيبي. بعد الله، كنتم سببًا في تفريج كربتي في أصعب وقت مررت به. والدتي احتاجت إلى العلاج، وأنا ابنتها الوحيدة، ولم أكن أستطيع تحمل تكاليف المستشفى، لكن الله سخّركم لنا، فوجدت من يقف معنا بكل إنسانية ورحمة. كانت الإجراءات سريعة، والتعامل راقيًا، والاهتمام يفوق الوصف. لم أشعر يومًا أنني وحدي، فكل اتصال كنت أجده يقابل بالاهتمام والحرص والمتابعة حتى اكتملت جميع الإجراءات بكل يسر. وأخص بالشكر الأستاذة غدير، والأستاذ وائل، وجميع الشباب العاملين في الجمعية. والله ما قصروا معنا أبدًا، وكانوا مثالًا للأخلاق والرحمة وحسن التعامل، ووقفوا معنا بكل اهتمام وإخلاص حتى اطمأن قلبي على والدتي. أسأل الله أن يجزيكم خير الجزاء، وأن يبارك في أعماركم وأرزاقكم، ويجعل كل ما تقدمونه للمحتاجين في موازين حسناتكم. شكرًا لكم من القلب، ولن أنسى جميلكم ما حييت.</a:t>
            </a:r>
            <a:endParaRPr lang="en-US" b="1" dirty="0"/>
          </a:p>
        </p:txBody>
      </p:sp>
      <p:sp>
        <p:nvSpPr>
          <p:cNvPr id="9" name="Text 7"/>
          <p:cNvSpPr/>
          <p:nvPr/>
        </p:nvSpPr>
        <p:spPr>
          <a:xfrm>
            <a:off x="457200" y="6537960"/>
            <a:ext cx="7315200" cy="274320"/>
          </a:xfrm>
          <a:prstGeom prst="rect">
            <a:avLst/>
          </a:prstGeom>
          <a:noFill/>
          <a:ln/>
        </p:spPr>
        <p:txBody>
          <a:bodyPr wrap="square" rtlCol="0" anchor="ctr"/>
          <a:lstStyle/>
          <a:p>
            <a:pPr marL="0" indent="0" algn="l" rtl="1">
              <a:buNone/>
            </a:pPr>
            <a:r>
              <a:rPr lang="en-US" sz="1400" b="1" dirty="0" err="1">
                <a:solidFill>
                  <a:schemeClr val="bg1"/>
                </a:solidFill>
                <a:latin typeface="Arial" pitchFamily="34" charset="0"/>
                <a:ea typeface="Arial" pitchFamily="34" charset="-122"/>
                <a:cs typeface="Arial" pitchFamily="34" charset="-120"/>
              </a:rPr>
              <a:t>تقرير</a:t>
            </a:r>
            <a:r>
              <a:rPr lang="en-US" sz="1400" b="1" dirty="0">
                <a:solidFill>
                  <a:schemeClr val="bg1"/>
                </a:solidFill>
                <a:latin typeface="Arial" pitchFamily="34" charset="0"/>
                <a:ea typeface="Arial" pitchFamily="34" charset="-122"/>
                <a:cs typeface="Arial" pitchFamily="34" charset="-120"/>
              </a:rPr>
              <a:t> النصف </a:t>
            </a:r>
            <a:r>
              <a:rPr lang="en-US" sz="1400" b="1" dirty="0" err="1">
                <a:solidFill>
                  <a:schemeClr val="bg1"/>
                </a:solidFill>
                <a:latin typeface="Arial" pitchFamily="34" charset="0"/>
                <a:ea typeface="Arial" pitchFamily="34" charset="-122"/>
                <a:cs typeface="Arial" pitchFamily="34" charset="-120"/>
              </a:rPr>
              <a:t>سنوي</a:t>
            </a:r>
            <a:r>
              <a:rPr lang="en-US" sz="1400" b="1" dirty="0">
                <a:solidFill>
                  <a:schemeClr val="bg1"/>
                </a:solidFill>
                <a:latin typeface="Arial" pitchFamily="34" charset="0"/>
                <a:ea typeface="Arial" pitchFamily="34" charset="-122"/>
                <a:cs typeface="Arial" pitchFamily="34" charset="-120"/>
              </a:rPr>
              <a:t> </a:t>
            </a:r>
            <a:r>
              <a:rPr lang="en-US" sz="1400" b="1" dirty="0" err="1">
                <a:solidFill>
                  <a:schemeClr val="bg1"/>
                </a:solidFill>
                <a:latin typeface="Arial" pitchFamily="34" charset="0"/>
                <a:ea typeface="Arial" pitchFamily="34" charset="-122"/>
                <a:cs typeface="Arial" pitchFamily="34" charset="-120"/>
              </a:rPr>
              <a:t>لجمعية</a:t>
            </a:r>
            <a:r>
              <a:rPr lang="en-US" sz="1400" b="1" dirty="0">
                <a:solidFill>
                  <a:schemeClr val="bg1"/>
                </a:solidFill>
                <a:latin typeface="Arial" pitchFamily="34" charset="0"/>
                <a:ea typeface="Arial" pitchFamily="34" charset="-122"/>
                <a:cs typeface="Arial" pitchFamily="34" charset="-120"/>
              </a:rPr>
              <a:t> طبيبي 2026</a:t>
            </a:r>
            <a:endParaRPr lang="en-US" sz="1400" b="1" dirty="0">
              <a:solidFill>
                <a:schemeClr val="bg1"/>
              </a:solidFill>
            </a:endParaRPr>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ستطيل 3">
            <a:extLst>
              <a:ext uri="{FF2B5EF4-FFF2-40B4-BE49-F238E27FC236}">
                <a16:creationId xmlns:a16="http://schemas.microsoft.com/office/drawing/2014/main" id="{B3316323-9017-462E-922D-56E4F1964E2E}"/>
              </a:ext>
            </a:extLst>
          </p:cNvPr>
          <p:cNvSpPr/>
          <p:nvPr/>
        </p:nvSpPr>
        <p:spPr>
          <a:xfrm>
            <a:off x="118533" y="135467"/>
            <a:ext cx="11954934" cy="6604000"/>
          </a:xfrm>
          <a:prstGeom prst="rect">
            <a:avLst/>
          </a:prstGeom>
          <a:solidFill>
            <a:srgbClr val="FEFCF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 name="Text 1">
            <a:extLst>
              <a:ext uri="{FF2B5EF4-FFF2-40B4-BE49-F238E27FC236}">
                <a16:creationId xmlns:a16="http://schemas.microsoft.com/office/drawing/2014/main" id="{644651F5-F804-4D6C-A89C-8D5F4B200C09}"/>
              </a:ext>
            </a:extLst>
          </p:cNvPr>
          <p:cNvSpPr/>
          <p:nvPr/>
        </p:nvSpPr>
        <p:spPr>
          <a:xfrm>
            <a:off x="8839199" y="363389"/>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عاشراً</a:t>
            </a:r>
            <a:r>
              <a:rPr lang="en-US" sz="1400" b="1" dirty="0">
                <a:latin typeface="Arial" pitchFamily="34" charset="0"/>
                <a:ea typeface="Arial" pitchFamily="34" charset="-122"/>
                <a:cs typeface="Arial" pitchFamily="34" charset="-120"/>
              </a:rPr>
              <a:t>:</a:t>
            </a:r>
            <a:r>
              <a:rPr lang="ar-SA" sz="1400" b="1" dirty="0">
                <a:latin typeface="Arial" pitchFamily="34" charset="0"/>
                <a:ea typeface="Arial" pitchFamily="34" charset="-122"/>
                <a:cs typeface="Arial" pitchFamily="34" charset="-120"/>
              </a:rPr>
              <a:t> الجهات الاشرافية وشركاء العطاء</a:t>
            </a:r>
            <a:endParaRPr lang="en-US" sz="1400" dirty="0"/>
          </a:p>
        </p:txBody>
      </p:sp>
      <p:pic>
        <p:nvPicPr>
          <p:cNvPr id="7" name="صورة 6">
            <a:extLst>
              <a:ext uri="{FF2B5EF4-FFF2-40B4-BE49-F238E27FC236}">
                <a16:creationId xmlns:a16="http://schemas.microsoft.com/office/drawing/2014/main" id="{267D7949-965A-402C-B637-A7B3FC83B69C}"/>
              </a:ext>
            </a:extLst>
          </p:cNvPr>
          <p:cNvPicPr>
            <a:picLocks noChangeAspect="1"/>
          </p:cNvPicPr>
          <p:nvPr/>
        </p:nvPicPr>
        <p:blipFill>
          <a:blip r:embed="rId2"/>
          <a:stretch>
            <a:fillRect/>
          </a:stretch>
        </p:blipFill>
        <p:spPr>
          <a:xfrm>
            <a:off x="1981200" y="1860635"/>
            <a:ext cx="8458199" cy="3950885"/>
          </a:xfrm>
          <a:prstGeom prst="rect">
            <a:avLst/>
          </a:prstGeom>
        </p:spPr>
      </p:pic>
      <p:sp>
        <p:nvSpPr>
          <p:cNvPr id="9" name="Text 1">
            <a:extLst>
              <a:ext uri="{FF2B5EF4-FFF2-40B4-BE49-F238E27FC236}">
                <a16:creationId xmlns:a16="http://schemas.microsoft.com/office/drawing/2014/main" id="{59A3AD83-1451-4315-B748-3C42C037A7EC}"/>
              </a:ext>
            </a:extLst>
          </p:cNvPr>
          <p:cNvSpPr/>
          <p:nvPr/>
        </p:nvSpPr>
        <p:spPr>
          <a:xfrm>
            <a:off x="1514686" y="271949"/>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3200" b="1" dirty="0">
                <a:solidFill>
                  <a:schemeClr val="bg1"/>
                </a:solidFill>
                <a:latin typeface="Arial" pitchFamily="34" charset="0"/>
                <a:ea typeface="Arial" pitchFamily="34" charset="-122"/>
                <a:cs typeface="Arial" pitchFamily="34" charset="-120"/>
              </a:rPr>
              <a:t>الجهات الاشرافية وشركاء العطاء</a:t>
            </a:r>
            <a:endParaRPr lang="en-US" sz="3000" dirty="0">
              <a:solidFill>
                <a:schemeClr val="bg1"/>
              </a:solidFill>
            </a:endParaRPr>
          </a:p>
        </p:txBody>
      </p:sp>
    </p:spTree>
    <p:extLst>
      <p:ext uri="{BB962C8B-B14F-4D97-AF65-F5344CB8AC3E}">
        <p14:creationId xmlns:p14="http://schemas.microsoft.com/office/powerpoint/2010/main" val="2851363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40A7500E-F8EB-455B-9EB6-8C56B4C8F808}"/>
              </a:ext>
            </a:extLst>
          </p:cNvPr>
          <p:cNvSpPr/>
          <p:nvPr/>
        </p:nvSpPr>
        <p:spPr>
          <a:xfrm>
            <a:off x="1666242" y="153685"/>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3200" b="1" dirty="0">
                <a:solidFill>
                  <a:schemeClr val="bg1"/>
                </a:solidFill>
                <a:latin typeface="Arial" pitchFamily="34" charset="0"/>
                <a:ea typeface="Arial" pitchFamily="34" charset="-122"/>
                <a:cs typeface="Arial" pitchFamily="34" charset="-120"/>
              </a:rPr>
              <a:t>الجهات الاشرافية وشركاء العطاء</a:t>
            </a:r>
            <a:endParaRPr lang="en-US" sz="3000" dirty="0">
              <a:solidFill>
                <a:schemeClr val="bg1"/>
              </a:solidFill>
            </a:endParaRPr>
          </a:p>
        </p:txBody>
      </p:sp>
      <p:sp>
        <p:nvSpPr>
          <p:cNvPr id="3" name="Text 1">
            <a:extLst>
              <a:ext uri="{FF2B5EF4-FFF2-40B4-BE49-F238E27FC236}">
                <a16:creationId xmlns:a16="http://schemas.microsoft.com/office/drawing/2014/main" id="{744E1E56-E65F-4B3A-B69C-5177B4322116}"/>
              </a:ext>
            </a:extLst>
          </p:cNvPr>
          <p:cNvSpPr/>
          <p:nvPr/>
        </p:nvSpPr>
        <p:spPr>
          <a:xfrm>
            <a:off x="8884921" y="109728"/>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عاشراً</a:t>
            </a:r>
            <a:r>
              <a:rPr lang="en-US" sz="1400" b="1" dirty="0">
                <a:latin typeface="Arial" pitchFamily="34" charset="0"/>
                <a:ea typeface="Arial" pitchFamily="34" charset="-122"/>
                <a:cs typeface="Arial" pitchFamily="34" charset="-120"/>
              </a:rPr>
              <a:t>:</a:t>
            </a:r>
            <a:r>
              <a:rPr lang="ar-SA" sz="1400" b="1" dirty="0">
                <a:latin typeface="Arial" pitchFamily="34" charset="0"/>
                <a:ea typeface="Arial" pitchFamily="34" charset="-122"/>
                <a:cs typeface="Arial" pitchFamily="34" charset="-120"/>
              </a:rPr>
              <a:t> الجهات الاشرافية وشركاء العطاء</a:t>
            </a:r>
            <a:endParaRPr lang="en-US" sz="1400" dirty="0"/>
          </a:p>
        </p:txBody>
      </p:sp>
      <p:sp>
        <p:nvSpPr>
          <p:cNvPr id="4" name="مربع نص 3">
            <a:extLst>
              <a:ext uri="{FF2B5EF4-FFF2-40B4-BE49-F238E27FC236}">
                <a16:creationId xmlns:a16="http://schemas.microsoft.com/office/drawing/2014/main" id="{FDE7FD84-895C-4AE5-9A37-3191D31DD986}"/>
              </a:ext>
            </a:extLst>
          </p:cNvPr>
          <p:cNvSpPr txBox="1"/>
          <p:nvPr/>
        </p:nvSpPr>
        <p:spPr>
          <a:xfrm>
            <a:off x="7420187" y="1095402"/>
            <a:ext cx="4428067" cy="369332"/>
          </a:xfrm>
          <a:prstGeom prst="rect">
            <a:avLst/>
          </a:prstGeom>
          <a:noFill/>
        </p:spPr>
        <p:txBody>
          <a:bodyPr wrap="square" rtlCol="1">
            <a:spAutoFit/>
          </a:bodyPr>
          <a:lstStyle/>
          <a:p>
            <a:pPr algn="r"/>
            <a:r>
              <a:rPr lang="ar-SA" b="1" dirty="0"/>
              <a:t>الجهات الاشرافية:</a:t>
            </a:r>
          </a:p>
        </p:txBody>
      </p:sp>
      <p:pic>
        <p:nvPicPr>
          <p:cNvPr id="6" name="صورة 5">
            <a:extLst>
              <a:ext uri="{FF2B5EF4-FFF2-40B4-BE49-F238E27FC236}">
                <a16:creationId xmlns:a16="http://schemas.microsoft.com/office/drawing/2014/main" id="{051F99B1-4419-43BC-ADB6-6076117D1EF3}"/>
              </a:ext>
            </a:extLst>
          </p:cNvPr>
          <p:cNvPicPr>
            <a:picLocks noChangeAspect="1"/>
          </p:cNvPicPr>
          <p:nvPr/>
        </p:nvPicPr>
        <p:blipFill>
          <a:blip r:embed="rId2"/>
          <a:stretch>
            <a:fillRect/>
          </a:stretch>
        </p:blipFill>
        <p:spPr>
          <a:xfrm>
            <a:off x="2534921" y="1053253"/>
            <a:ext cx="7401559" cy="2192867"/>
          </a:xfrm>
          <a:prstGeom prst="rect">
            <a:avLst/>
          </a:prstGeom>
        </p:spPr>
      </p:pic>
      <p:sp>
        <p:nvSpPr>
          <p:cNvPr id="7" name="مربع نص 6">
            <a:extLst>
              <a:ext uri="{FF2B5EF4-FFF2-40B4-BE49-F238E27FC236}">
                <a16:creationId xmlns:a16="http://schemas.microsoft.com/office/drawing/2014/main" id="{4E0EE918-959A-42C0-B5C5-082610FFA163}"/>
              </a:ext>
            </a:extLst>
          </p:cNvPr>
          <p:cNvSpPr txBox="1"/>
          <p:nvPr/>
        </p:nvSpPr>
        <p:spPr>
          <a:xfrm>
            <a:off x="7420186" y="3103603"/>
            <a:ext cx="4428067" cy="369332"/>
          </a:xfrm>
          <a:prstGeom prst="rect">
            <a:avLst/>
          </a:prstGeom>
          <a:noFill/>
        </p:spPr>
        <p:txBody>
          <a:bodyPr wrap="square" rtlCol="1">
            <a:spAutoFit/>
          </a:bodyPr>
          <a:lstStyle/>
          <a:p>
            <a:pPr algn="r"/>
            <a:r>
              <a:rPr lang="ar-SA" b="1" dirty="0"/>
              <a:t>الجهات الحكومية:</a:t>
            </a:r>
          </a:p>
        </p:txBody>
      </p:sp>
      <p:pic>
        <p:nvPicPr>
          <p:cNvPr id="9" name="صورة 8">
            <a:extLst>
              <a:ext uri="{FF2B5EF4-FFF2-40B4-BE49-F238E27FC236}">
                <a16:creationId xmlns:a16="http://schemas.microsoft.com/office/drawing/2014/main" id="{B5B0E846-3BC1-4A05-AA31-989C14939F02}"/>
              </a:ext>
            </a:extLst>
          </p:cNvPr>
          <p:cNvPicPr>
            <a:picLocks noChangeAspect="1"/>
          </p:cNvPicPr>
          <p:nvPr/>
        </p:nvPicPr>
        <p:blipFill>
          <a:blip r:embed="rId3"/>
          <a:stretch>
            <a:fillRect/>
          </a:stretch>
        </p:blipFill>
        <p:spPr>
          <a:xfrm>
            <a:off x="1666242" y="3439068"/>
            <a:ext cx="8581812" cy="3254609"/>
          </a:xfrm>
          <a:prstGeom prst="rect">
            <a:avLst/>
          </a:prstGeom>
        </p:spPr>
      </p:pic>
    </p:spTree>
    <p:extLst>
      <p:ext uri="{BB962C8B-B14F-4D97-AF65-F5344CB8AC3E}">
        <p14:creationId xmlns:p14="http://schemas.microsoft.com/office/powerpoint/2010/main" val="1719982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116D284C-9E30-418F-B182-9064BCA20BA4}"/>
              </a:ext>
            </a:extLst>
          </p:cNvPr>
          <p:cNvSpPr/>
          <p:nvPr/>
        </p:nvSpPr>
        <p:spPr>
          <a:xfrm>
            <a:off x="1510453" y="168559"/>
            <a:ext cx="7680960" cy="54864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lstStyle/>
          <a:p>
            <a:pPr marL="0" indent="0" algn="ctr" rtl="1">
              <a:buNone/>
            </a:pPr>
            <a:r>
              <a:rPr lang="ar-SA" sz="3200" b="1" dirty="0">
                <a:solidFill>
                  <a:schemeClr val="bg1"/>
                </a:solidFill>
                <a:latin typeface="Arial" pitchFamily="34" charset="0"/>
                <a:ea typeface="Arial" pitchFamily="34" charset="-122"/>
                <a:cs typeface="Arial" pitchFamily="34" charset="-120"/>
              </a:rPr>
              <a:t>الجهات الاشرافية وشركاء العطاء</a:t>
            </a:r>
            <a:endParaRPr lang="en-US" sz="3000" dirty="0">
              <a:solidFill>
                <a:schemeClr val="bg1"/>
              </a:solidFill>
            </a:endParaRPr>
          </a:p>
        </p:txBody>
      </p:sp>
      <p:sp>
        <p:nvSpPr>
          <p:cNvPr id="3" name="Text 1">
            <a:extLst>
              <a:ext uri="{FF2B5EF4-FFF2-40B4-BE49-F238E27FC236}">
                <a16:creationId xmlns:a16="http://schemas.microsoft.com/office/drawing/2014/main" id="{DDA95275-7DBD-4106-AD5A-9CF75899E2B5}"/>
              </a:ext>
            </a:extLst>
          </p:cNvPr>
          <p:cNvSpPr/>
          <p:nvPr/>
        </p:nvSpPr>
        <p:spPr>
          <a:xfrm>
            <a:off x="8851054" y="101261"/>
            <a:ext cx="3200400" cy="365760"/>
          </a:xfrm>
          <a:prstGeom prst="rect">
            <a:avLst/>
          </a:prstGeom>
          <a:noFill/>
          <a:ln/>
        </p:spPr>
        <p:txBody>
          <a:bodyPr wrap="square" rtlCol="0" anchor="ctr"/>
          <a:lstStyle/>
          <a:p>
            <a:pPr marL="0" indent="0" algn="r" rtl="1">
              <a:buNone/>
            </a:pPr>
            <a:r>
              <a:rPr lang="ar-SA" sz="1400" b="1" dirty="0">
                <a:latin typeface="Arial" pitchFamily="34" charset="0"/>
                <a:ea typeface="Arial" pitchFamily="34" charset="-122"/>
                <a:cs typeface="Arial" pitchFamily="34" charset="-120"/>
              </a:rPr>
              <a:t>عاشراً</a:t>
            </a:r>
            <a:r>
              <a:rPr lang="en-US" sz="1400" b="1" dirty="0">
                <a:latin typeface="Arial" pitchFamily="34" charset="0"/>
                <a:ea typeface="Arial" pitchFamily="34" charset="-122"/>
                <a:cs typeface="Arial" pitchFamily="34" charset="-120"/>
              </a:rPr>
              <a:t>:</a:t>
            </a:r>
            <a:r>
              <a:rPr lang="ar-SA" sz="1400" b="1" dirty="0">
                <a:latin typeface="Arial" pitchFamily="34" charset="0"/>
                <a:ea typeface="Arial" pitchFamily="34" charset="-122"/>
                <a:cs typeface="Arial" pitchFamily="34" charset="-120"/>
              </a:rPr>
              <a:t> الجهات الاشرافية وشركاء العطاء</a:t>
            </a:r>
            <a:endParaRPr lang="en-US" sz="1400" dirty="0"/>
          </a:p>
        </p:txBody>
      </p:sp>
      <p:sp>
        <p:nvSpPr>
          <p:cNvPr id="4" name="مربع نص 3">
            <a:extLst>
              <a:ext uri="{FF2B5EF4-FFF2-40B4-BE49-F238E27FC236}">
                <a16:creationId xmlns:a16="http://schemas.microsoft.com/office/drawing/2014/main" id="{7AD5B841-2756-4A8F-BAFF-B97F0AE886A4}"/>
              </a:ext>
            </a:extLst>
          </p:cNvPr>
          <p:cNvSpPr txBox="1"/>
          <p:nvPr/>
        </p:nvSpPr>
        <p:spPr>
          <a:xfrm>
            <a:off x="7420187" y="1095402"/>
            <a:ext cx="4428067" cy="369332"/>
          </a:xfrm>
          <a:prstGeom prst="rect">
            <a:avLst/>
          </a:prstGeom>
          <a:noFill/>
        </p:spPr>
        <p:txBody>
          <a:bodyPr wrap="square" rtlCol="1">
            <a:spAutoFit/>
          </a:bodyPr>
          <a:lstStyle/>
          <a:p>
            <a:pPr algn="r"/>
            <a:r>
              <a:rPr lang="ar-SA" b="1" dirty="0"/>
              <a:t>المنصات:</a:t>
            </a:r>
          </a:p>
        </p:txBody>
      </p:sp>
      <p:pic>
        <p:nvPicPr>
          <p:cNvPr id="6" name="صورة 5">
            <a:extLst>
              <a:ext uri="{FF2B5EF4-FFF2-40B4-BE49-F238E27FC236}">
                <a16:creationId xmlns:a16="http://schemas.microsoft.com/office/drawing/2014/main" id="{7281FBEE-3173-471A-886E-660F524EC208}"/>
              </a:ext>
            </a:extLst>
          </p:cNvPr>
          <p:cNvPicPr>
            <a:picLocks noChangeAspect="1"/>
          </p:cNvPicPr>
          <p:nvPr/>
        </p:nvPicPr>
        <p:blipFill>
          <a:blip r:embed="rId2"/>
          <a:stretch>
            <a:fillRect/>
          </a:stretch>
        </p:blipFill>
        <p:spPr>
          <a:xfrm>
            <a:off x="2423794" y="1464734"/>
            <a:ext cx="7824260" cy="2576560"/>
          </a:xfrm>
          <a:prstGeom prst="rect">
            <a:avLst/>
          </a:prstGeom>
        </p:spPr>
      </p:pic>
      <p:sp>
        <p:nvSpPr>
          <p:cNvPr id="7" name="مربع نص 6">
            <a:extLst>
              <a:ext uri="{FF2B5EF4-FFF2-40B4-BE49-F238E27FC236}">
                <a16:creationId xmlns:a16="http://schemas.microsoft.com/office/drawing/2014/main" id="{44ABBED7-57AC-4087-99FB-107C959E75F3}"/>
              </a:ext>
            </a:extLst>
          </p:cNvPr>
          <p:cNvSpPr txBox="1"/>
          <p:nvPr/>
        </p:nvSpPr>
        <p:spPr>
          <a:xfrm>
            <a:off x="7420187" y="4049761"/>
            <a:ext cx="4428067" cy="369332"/>
          </a:xfrm>
          <a:prstGeom prst="rect">
            <a:avLst/>
          </a:prstGeom>
          <a:noFill/>
        </p:spPr>
        <p:txBody>
          <a:bodyPr wrap="square" rtlCol="1">
            <a:spAutoFit/>
          </a:bodyPr>
          <a:lstStyle/>
          <a:p>
            <a:pPr algn="r"/>
            <a:r>
              <a:rPr lang="ar-SA" b="1" dirty="0"/>
              <a:t>الجهات المانحة:</a:t>
            </a:r>
          </a:p>
        </p:txBody>
      </p:sp>
      <p:pic>
        <p:nvPicPr>
          <p:cNvPr id="9" name="صورة 8">
            <a:extLst>
              <a:ext uri="{FF2B5EF4-FFF2-40B4-BE49-F238E27FC236}">
                <a16:creationId xmlns:a16="http://schemas.microsoft.com/office/drawing/2014/main" id="{E64DF578-B236-416F-A579-93D9C011B8CD}"/>
              </a:ext>
            </a:extLst>
          </p:cNvPr>
          <p:cNvPicPr>
            <a:picLocks noChangeAspect="1"/>
          </p:cNvPicPr>
          <p:nvPr/>
        </p:nvPicPr>
        <p:blipFill>
          <a:blip r:embed="rId3"/>
          <a:stretch>
            <a:fillRect/>
          </a:stretch>
        </p:blipFill>
        <p:spPr>
          <a:xfrm>
            <a:off x="205454" y="4539064"/>
            <a:ext cx="3019214" cy="1837351"/>
          </a:xfrm>
          <a:prstGeom prst="rect">
            <a:avLst/>
          </a:prstGeom>
        </p:spPr>
      </p:pic>
      <p:pic>
        <p:nvPicPr>
          <p:cNvPr id="13" name="صورة 12">
            <a:extLst>
              <a:ext uri="{FF2B5EF4-FFF2-40B4-BE49-F238E27FC236}">
                <a16:creationId xmlns:a16="http://schemas.microsoft.com/office/drawing/2014/main" id="{81D03CAE-4AFA-4A6F-AE29-1B7396170FE4}"/>
              </a:ext>
            </a:extLst>
          </p:cNvPr>
          <p:cNvPicPr>
            <a:picLocks noChangeAspect="1"/>
          </p:cNvPicPr>
          <p:nvPr/>
        </p:nvPicPr>
        <p:blipFill>
          <a:blip r:embed="rId4"/>
          <a:stretch>
            <a:fillRect/>
          </a:stretch>
        </p:blipFill>
        <p:spPr>
          <a:xfrm>
            <a:off x="3171333" y="4319502"/>
            <a:ext cx="2377721" cy="2276474"/>
          </a:xfrm>
          <a:prstGeom prst="rect">
            <a:avLst/>
          </a:prstGeom>
        </p:spPr>
      </p:pic>
      <p:sp>
        <p:nvSpPr>
          <p:cNvPr id="15" name="مستطيل 14">
            <a:extLst>
              <a:ext uri="{FF2B5EF4-FFF2-40B4-BE49-F238E27FC236}">
                <a16:creationId xmlns:a16="http://schemas.microsoft.com/office/drawing/2014/main" id="{CEC9140A-709B-4C7A-8146-D19A7E8A80E2}"/>
              </a:ext>
            </a:extLst>
          </p:cNvPr>
          <p:cNvSpPr/>
          <p:nvPr/>
        </p:nvSpPr>
        <p:spPr>
          <a:xfrm>
            <a:off x="8851054" y="4665134"/>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ar-SA" sz="1500" b="1" i="0" u="none" strike="noStrike" dirty="0">
                <a:solidFill>
                  <a:srgbClr val="000000"/>
                </a:solidFill>
                <a:effectLst/>
                <a:latin typeface="Arial" panose="020B0604020202020204" pitchFamily="34" charset="0"/>
              </a:rPr>
              <a:t>وقف الشيخ نغيمش الأحمدي</a:t>
            </a:r>
          </a:p>
        </p:txBody>
      </p:sp>
      <p:sp>
        <p:nvSpPr>
          <p:cNvPr id="16" name="مستطيل 15">
            <a:extLst>
              <a:ext uri="{FF2B5EF4-FFF2-40B4-BE49-F238E27FC236}">
                <a16:creationId xmlns:a16="http://schemas.microsoft.com/office/drawing/2014/main" id="{B962C6F8-E731-43F2-B775-F3741F57FF45}"/>
              </a:ext>
            </a:extLst>
          </p:cNvPr>
          <p:cNvSpPr/>
          <p:nvPr/>
        </p:nvSpPr>
        <p:spPr>
          <a:xfrm>
            <a:off x="8851054" y="5216439"/>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500" b="1" dirty="0">
                <a:solidFill>
                  <a:schemeClr val="tx1"/>
                </a:solidFill>
              </a:rPr>
              <a:t>شركة طابة المطورة للتطوير العمراني </a:t>
            </a:r>
          </a:p>
        </p:txBody>
      </p:sp>
      <p:sp>
        <p:nvSpPr>
          <p:cNvPr id="17" name="مستطيل 16">
            <a:extLst>
              <a:ext uri="{FF2B5EF4-FFF2-40B4-BE49-F238E27FC236}">
                <a16:creationId xmlns:a16="http://schemas.microsoft.com/office/drawing/2014/main" id="{7E53ED85-5590-4C01-96AE-6778E4B74EFC}"/>
              </a:ext>
            </a:extLst>
          </p:cNvPr>
          <p:cNvSpPr/>
          <p:nvPr/>
        </p:nvSpPr>
        <p:spPr>
          <a:xfrm>
            <a:off x="8851054" y="5762598"/>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500" b="1" dirty="0">
                <a:solidFill>
                  <a:schemeClr val="tx1"/>
                </a:solidFill>
              </a:rPr>
              <a:t>وقف الشيخ عبدالقادر شيبة الحمد</a:t>
            </a:r>
          </a:p>
        </p:txBody>
      </p:sp>
      <p:sp>
        <p:nvSpPr>
          <p:cNvPr id="18" name="مستطيل 17">
            <a:extLst>
              <a:ext uri="{FF2B5EF4-FFF2-40B4-BE49-F238E27FC236}">
                <a16:creationId xmlns:a16="http://schemas.microsoft.com/office/drawing/2014/main" id="{2D131CD5-A207-40A0-A936-B25454C0799C}"/>
              </a:ext>
            </a:extLst>
          </p:cNvPr>
          <p:cNvSpPr/>
          <p:nvPr/>
        </p:nvSpPr>
        <p:spPr>
          <a:xfrm>
            <a:off x="5650654" y="4665134"/>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500" b="1" dirty="0">
                <a:solidFill>
                  <a:schemeClr val="tx1"/>
                </a:solidFill>
              </a:rPr>
              <a:t>مؤسسة سعيد محمد مكي </a:t>
            </a:r>
          </a:p>
        </p:txBody>
      </p:sp>
      <p:sp>
        <p:nvSpPr>
          <p:cNvPr id="19" name="مستطيل 18">
            <a:extLst>
              <a:ext uri="{FF2B5EF4-FFF2-40B4-BE49-F238E27FC236}">
                <a16:creationId xmlns:a16="http://schemas.microsoft.com/office/drawing/2014/main" id="{23097C68-49D9-4886-B7F6-E87677C34B8E}"/>
              </a:ext>
            </a:extLst>
          </p:cNvPr>
          <p:cNvSpPr/>
          <p:nvPr/>
        </p:nvSpPr>
        <p:spPr>
          <a:xfrm>
            <a:off x="5650654" y="5216439"/>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500" b="1" dirty="0">
                <a:solidFill>
                  <a:schemeClr val="tx1"/>
                </a:solidFill>
              </a:rPr>
              <a:t>وقف عبدالرحيم عبدالرزاق </a:t>
            </a:r>
          </a:p>
        </p:txBody>
      </p:sp>
      <p:sp>
        <p:nvSpPr>
          <p:cNvPr id="20" name="مستطيل 19">
            <a:extLst>
              <a:ext uri="{FF2B5EF4-FFF2-40B4-BE49-F238E27FC236}">
                <a16:creationId xmlns:a16="http://schemas.microsoft.com/office/drawing/2014/main" id="{E2390801-F7B1-4F75-97B7-27DEF2366D22}"/>
              </a:ext>
            </a:extLst>
          </p:cNvPr>
          <p:cNvSpPr/>
          <p:nvPr/>
        </p:nvSpPr>
        <p:spPr>
          <a:xfrm>
            <a:off x="5650654" y="5762598"/>
            <a:ext cx="2997200" cy="482600"/>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1500" b="1" dirty="0">
                <a:solidFill>
                  <a:schemeClr val="tx1"/>
                </a:solidFill>
              </a:rPr>
              <a:t>وقف عبدالعزيز عبدالله أبو زيد</a:t>
            </a:r>
          </a:p>
        </p:txBody>
      </p:sp>
    </p:spTree>
    <p:extLst>
      <p:ext uri="{BB962C8B-B14F-4D97-AF65-F5344CB8AC3E}">
        <p14:creationId xmlns:p14="http://schemas.microsoft.com/office/powerpoint/2010/main" val="2811484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135466" y="457200"/>
            <a:ext cx="11912601" cy="685800"/>
          </a:xfrm>
          <a:prstGeom prst="flowChartAlternateProcess">
            <a:avLst/>
          </a:prstGeom>
          <a:solidFill>
            <a:srgbClr val="7A243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3" name="Text 1"/>
          <p:cNvSpPr/>
          <p:nvPr/>
        </p:nvSpPr>
        <p:spPr>
          <a:xfrm>
            <a:off x="457200" y="457200"/>
            <a:ext cx="11274552" cy="685800"/>
          </a:xfrm>
          <a:prstGeom prst="rect">
            <a:avLst/>
          </a:prstGeom>
          <a:noFill/>
          <a:ln/>
        </p:spPr>
        <p:txBody>
          <a:bodyPr wrap="square" rtlCol="0" anchor="ctr"/>
          <a:lstStyle/>
          <a:p>
            <a:pPr marL="0" indent="0" algn="ctr" rtl="1">
              <a:buNone/>
            </a:pPr>
            <a:r>
              <a:rPr lang="en-US" sz="2400" b="1" dirty="0">
                <a:solidFill>
                  <a:srgbClr val="FFFFFF"/>
                </a:solidFill>
                <a:latin typeface="Arial" pitchFamily="34" charset="0"/>
                <a:ea typeface="Arial" pitchFamily="34" charset="-122"/>
                <a:cs typeface="Arial" pitchFamily="34" charset="-120"/>
              </a:rPr>
              <a:t>الخاتمة</a:t>
            </a:r>
            <a:endParaRPr lang="en-US" sz="2400" dirty="0"/>
          </a:p>
        </p:txBody>
      </p:sp>
      <p:sp>
        <p:nvSpPr>
          <p:cNvPr id="4" name="Text 2"/>
          <p:cNvSpPr/>
          <p:nvPr/>
        </p:nvSpPr>
        <p:spPr>
          <a:xfrm>
            <a:off x="548640" y="1508760"/>
            <a:ext cx="11064240" cy="914400"/>
          </a:xfrm>
          <a:prstGeom prst="rect">
            <a:avLst/>
          </a:prstGeom>
          <a:noFill/>
          <a:ln/>
        </p:spPr>
        <p:txBody>
          <a:bodyPr wrap="square" rtlCol="0" anchor="ctr"/>
          <a:lstStyle/>
          <a:p>
            <a:pPr marL="0" indent="0" algn="r" rtl="1">
              <a:lnSpc>
                <a:spcPct val="130000"/>
              </a:lnSpc>
              <a:buNone/>
            </a:pPr>
            <a:r>
              <a:rPr lang="en-US" sz="1600" b="1" dirty="0">
                <a:solidFill>
                  <a:srgbClr val="1A1A1A"/>
                </a:solidFill>
                <a:latin typeface="Arial" pitchFamily="34" charset="0"/>
                <a:ea typeface="Arial" pitchFamily="34" charset="-122"/>
                <a:cs typeface="Arial" pitchFamily="34" charset="-120"/>
              </a:rPr>
              <a:t>ختامًا، نؤكد في الإدارة التنفيذية أن هذه المنجزات لم تكن لتتحقق لولا فضل الله أولاً، ثم الدعم والتوجيه المستمر من قبل مجلس الإدارة الموقر، وتضافر جهود فريق العمل بجمعية طبيبي.</a:t>
            </a:r>
            <a:endParaRPr lang="en-US" sz="1600" b="1" dirty="0"/>
          </a:p>
        </p:txBody>
      </p:sp>
      <p:sp>
        <p:nvSpPr>
          <p:cNvPr id="5" name="Text 3"/>
          <p:cNvSpPr/>
          <p:nvPr/>
        </p:nvSpPr>
        <p:spPr>
          <a:xfrm>
            <a:off x="548640" y="2514600"/>
            <a:ext cx="11064240" cy="914400"/>
          </a:xfrm>
          <a:prstGeom prst="rect">
            <a:avLst/>
          </a:prstGeom>
          <a:noFill/>
          <a:ln/>
        </p:spPr>
        <p:txBody>
          <a:bodyPr wrap="square" rtlCol="0" anchor="ctr"/>
          <a:lstStyle/>
          <a:p>
            <a:pPr marL="0" indent="0" algn="r" rtl="1">
              <a:lnSpc>
                <a:spcPct val="130000"/>
              </a:lnSpc>
              <a:buNone/>
            </a:pPr>
            <a:r>
              <a:rPr lang="en-US" sz="1600" b="1" dirty="0">
                <a:solidFill>
                  <a:srgbClr val="1A1A1A"/>
                </a:solidFill>
                <a:latin typeface="Arial" pitchFamily="34" charset="0"/>
                <a:ea typeface="Arial" pitchFamily="34" charset="-122"/>
                <a:cs typeface="Arial" pitchFamily="34" charset="-120"/>
              </a:rPr>
              <a:t>إننا ننظر إلى هذا العام كبداية قوية حافلة بالعطاء، ونجدد التزامنا بمواصلة العمل التطويري، وابتكار حلول مستدامة لتنمية الموارد، وتوسيع نطاق خدماتنا الطبية لتصل إلى كل محتاج.</a:t>
            </a:r>
            <a:endParaRPr lang="en-US" sz="1600" b="1" dirty="0"/>
          </a:p>
        </p:txBody>
      </p:sp>
      <p:sp>
        <p:nvSpPr>
          <p:cNvPr id="6" name="Text 4"/>
          <p:cNvSpPr/>
          <p:nvPr/>
        </p:nvSpPr>
        <p:spPr>
          <a:xfrm>
            <a:off x="548640" y="3520440"/>
            <a:ext cx="11064240" cy="640080"/>
          </a:xfrm>
          <a:prstGeom prst="rect">
            <a:avLst/>
          </a:prstGeom>
          <a:noFill/>
          <a:ln/>
        </p:spPr>
        <p:txBody>
          <a:bodyPr wrap="square" rtlCol="0" anchor="ctr"/>
          <a:lstStyle/>
          <a:p>
            <a:pPr marL="0" indent="0" algn="r" rtl="1">
              <a:lnSpc>
                <a:spcPct val="130000"/>
              </a:lnSpc>
              <a:buNone/>
            </a:pPr>
            <a:r>
              <a:rPr lang="en-US" sz="1600" b="1" dirty="0">
                <a:solidFill>
                  <a:srgbClr val="1A1A1A"/>
                </a:solidFill>
                <a:latin typeface="Arial" pitchFamily="34" charset="0"/>
                <a:ea typeface="Arial" pitchFamily="34" charset="-122"/>
                <a:cs typeface="Arial" pitchFamily="34" charset="-120"/>
              </a:rPr>
              <a:t>نسأل الله أن يبارك في الجهود، وأن يسدد الخطى لما فيه الخير والنفع لمجتمعنا ووطننا.</a:t>
            </a:r>
            <a:endParaRPr lang="en-US" sz="1600" b="1" dirty="0"/>
          </a:p>
        </p:txBody>
      </p:sp>
      <p:sp>
        <p:nvSpPr>
          <p:cNvPr id="7" name="Text 5"/>
          <p:cNvSpPr/>
          <p:nvPr/>
        </p:nvSpPr>
        <p:spPr>
          <a:xfrm>
            <a:off x="548640" y="4480560"/>
            <a:ext cx="11064240" cy="457200"/>
          </a:xfrm>
          <a:prstGeom prst="rect">
            <a:avLst/>
          </a:prstGeom>
          <a:noFill/>
          <a:ln/>
        </p:spPr>
        <p:txBody>
          <a:bodyPr wrap="square" rtlCol="0" anchor="ctr"/>
          <a:lstStyle/>
          <a:p>
            <a:pPr marL="0" indent="0" algn="ctr" rtl="1">
              <a:buNone/>
            </a:pPr>
            <a:r>
              <a:rPr lang="en-US" b="1" dirty="0">
                <a:solidFill>
                  <a:srgbClr val="A61C46"/>
                </a:solidFill>
                <a:latin typeface="Arial" pitchFamily="34" charset="0"/>
                <a:ea typeface="Arial" pitchFamily="34" charset="-122"/>
                <a:cs typeface="Arial" pitchFamily="34" charset="-120"/>
              </a:rPr>
              <a:t>والسلام عليكم ورحمة الله وبركاته</a:t>
            </a:r>
            <a:endParaRPr lang="en-US" b="1" dirty="0"/>
          </a:p>
        </p:txBody>
      </p:sp>
      <p:sp>
        <p:nvSpPr>
          <p:cNvPr id="8" name="Text 6"/>
          <p:cNvSpPr/>
          <p:nvPr/>
        </p:nvSpPr>
        <p:spPr>
          <a:xfrm>
            <a:off x="457200" y="6537960"/>
            <a:ext cx="7315200" cy="274320"/>
          </a:xfrm>
          <a:prstGeom prst="rect">
            <a:avLst/>
          </a:prstGeom>
          <a:noFill/>
          <a:ln/>
        </p:spPr>
        <p:txBody>
          <a:bodyPr wrap="square" rtlCol="0" anchor="ctr"/>
          <a:lstStyle/>
          <a:p>
            <a:pPr marL="0" indent="0" algn="l" rtl="1">
              <a:buNone/>
            </a:pPr>
            <a:endParaRPr lang="en-US" sz="1400" b="1"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6B6B6B"/>
                </a:solidFill>
                <a:latin typeface="Arial" pitchFamily="34" charset="0"/>
                <a:ea typeface="Arial" pitchFamily="34" charset="-122"/>
                <a:cs typeface="Arial" pitchFamily="34" charset="-120"/>
              </a:rPr>
              <a:t>21</a:t>
            </a:r>
            <a:endParaRPr lang="en-US" sz="900" dirty="0"/>
          </a:p>
        </p:txBody>
      </p:sp>
      <p:pic>
        <p:nvPicPr>
          <p:cNvPr id="11" name="Picture 16">
            <a:extLst>
              <a:ext uri="{FF2B5EF4-FFF2-40B4-BE49-F238E27FC236}">
                <a16:creationId xmlns:a16="http://schemas.microsoft.com/office/drawing/2014/main" id="{90F7D64B-6F8A-4322-B71A-D7D80F9B0D8A}"/>
              </a:ext>
            </a:extLst>
          </p:cNvPr>
          <p:cNvPicPr/>
          <p:nvPr/>
        </p:nvPicPr>
        <p:blipFill>
          <a:blip r:embed="rId3">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4" name="Image 0" descr="/home/claude/tabibi_v2/badge.png"/>
          <p:cNvPicPr>
            <a:picLocks noChangeAspect="1"/>
          </p:cNvPicPr>
          <p:nvPr/>
        </p:nvPicPr>
        <p:blipFill>
          <a:blip r:embed="rId3"/>
          <a:stretch>
            <a:fillRect/>
          </a:stretch>
        </p:blipFill>
        <p:spPr>
          <a:xfrm>
            <a:off x="4956048" y="1234440"/>
            <a:ext cx="2286000" cy="219456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5" name="Text 2"/>
          <p:cNvSpPr/>
          <p:nvPr/>
        </p:nvSpPr>
        <p:spPr>
          <a:xfrm>
            <a:off x="914400" y="3703320"/>
            <a:ext cx="10332720" cy="822960"/>
          </a:xfrm>
          <a:prstGeom prst="rect">
            <a:avLst/>
          </a:prstGeom>
          <a:noFill/>
          <a:ln/>
        </p:spPr>
        <p:txBody>
          <a:bodyPr wrap="square" rtlCol="0" anchor="ctr"/>
          <a:lstStyle/>
          <a:p>
            <a:pPr marL="0" indent="0" algn="ctr" rtl="1">
              <a:buNone/>
            </a:pPr>
            <a:r>
              <a:rPr lang="en-US" sz="3800" b="1" dirty="0">
                <a:solidFill>
                  <a:srgbClr val="A61C46"/>
                </a:solidFill>
                <a:latin typeface="Arial" pitchFamily="34" charset="0"/>
                <a:ea typeface="Arial" pitchFamily="34" charset="-122"/>
                <a:cs typeface="Arial" pitchFamily="34" charset="-120"/>
              </a:rPr>
              <a:t>شكرًا لكم</a:t>
            </a:r>
            <a:endParaRPr lang="en-US" sz="3800" dirty="0"/>
          </a:p>
        </p:txBody>
      </p:sp>
      <p:sp>
        <p:nvSpPr>
          <p:cNvPr id="6" name="Text 3"/>
          <p:cNvSpPr/>
          <p:nvPr/>
        </p:nvSpPr>
        <p:spPr>
          <a:xfrm>
            <a:off x="914400" y="4480560"/>
            <a:ext cx="10332720" cy="457200"/>
          </a:xfrm>
          <a:prstGeom prst="rect">
            <a:avLst/>
          </a:prstGeom>
          <a:noFill/>
          <a:ln/>
        </p:spPr>
        <p:txBody>
          <a:bodyPr wrap="square" rtlCol="0" anchor="ctr"/>
          <a:lstStyle/>
          <a:p>
            <a:pPr marL="0" indent="0" algn="ctr" rtl="1">
              <a:buNone/>
            </a:pPr>
            <a:r>
              <a:rPr lang="en-US" sz="1600" b="1" dirty="0">
                <a:solidFill>
                  <a:srgbClr val="1A1A1A"/>
                </a:solidFill>
                <a:latin typeface="Arial" pitchFamily="34" charset="0"/>
                <a:ea typeface="Arial" pitchFamily="34" charset="-122"/>
                <a:cs typeface="Arial" pitchFamily="34" charset="-120"/>
              </a:rPr>
              <a:t>جمعية طبيبي الأهلية بالمدينة المنورة</a:t>
            </a:r>
            <a:endParaRPr lang="en-US" sz="1600" b="1" dirty="0"/>
          </a:p>
        </p:txBody>
      </p:sp>
      <p:sp>
        <p:nvSpPr>
          <p:cNvPr id="7" name="Text 4"/>
          <p:cNvSpPr/>
          <p:nvPr/>
        </p:nvSpPr>
        <p:spPr>
          <a:xfrm>
            <a:off x="914400" y="4892040"/>
            <a:ext cx="10332720" cy="411480"/>
          </a:xfrm>
          <a:prstGeom prst="rect">
            <a:avLst/>
          </a:prstGeom>
          <a:noFill/>
          <a:ln/>
        </p:spPr>
        <p:txBody>
          <a:bodyPr wrap="square" rtlCol="0" anchor="ctr"/>
          <a:lstStyle/>
          <a:p>
            <a:pPr marL="0" indent="0" algn="ctr" rtl="1">
              <a:buNone/>
            </a:pPr>
            <a:r>
              <a:rPr lang="en-US" sz="1400" b="1" dirty="0">
                <a:latin typeface="Arial" pitchFamily="34" charset="0"/>
                <a:ea typeface="Arial" pitchFamily="34" charset="-122"/>
                <a:cs typeface="Arial" pitchFamily="34" charset="-120"/>
              </a:rPr>
              <a:t>تقرير النصف سنوي 2026م</a:t>
            </a:r>
            <a:endParaRPr lang="en-US" sz="1400" b="1" dirty="0"/>
          </a:p>
        </p:txBody>
      </p:sp>
      <p:pic>
        <p:nvPicPr>
          <p:cNvPr id="8" name="صورة 7">
            <a:extLst>
              <a:ext uri="{FF2B5EF4-FFF2-40B4-BE49-F238E27FC236}">
                <a16:creationId xmlns:a16="http://schemas.microsoft.com/office/drawing/2014/main" id="{98C0783D-E189-4CFC-800E-3FC1D0973CD4}"/>
              </a:ext>
            </a:extLst>
          </p:cNvPr>
          <p:cNvPicPr>
            <a:picLocks noChangeAspect="1"/>
          </p:cNvPicPr>
          <p:nvPr/>
        </p:nvPicPr>
        <p:blipFill>
          <a:blip r:embed="rId4"/>
          <a:stretch>
            <a:fillRect/>
          </a:stretch>
        </p:blipFill>
        <p:spPr>
          <a:xfrm>
            <a:off x="10334625" y="201168"/>
            <a:ext cx="1676400" cy="141650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9" name="Picture 16">
            <a:extLst>
              <a:ext uri="{FF2B5EF4-FFF2-40B4-BE49-F238E27FC236}">
                <a16:creationId xmlns:a16="http://schemas.microsoft.com/office/drawing/2014/main" id="{64A40C07-01B1-4B6E-9FA7-1899F882D2D0}"/>
              </a:ext>
            </a:extLst>
          </p:cNvPr>
          <p:cNvPicPr/>
          <p:nvPr/>
        </p:nvPicPr>
        <p:blipFill>
          <a:blip r:embed="rId5">
            <a:extLst>
              <a:ext uri="{28A0092B-C50C-407E-A947-70E740481C1C}">
                <a14:useLocalDpi xmlns:a14="http://schemas.microsoft.com/office/drawing/2010/main" val="0"/>
              </a:ext>
            </a:extLst>
          </a:blip>
          <a:stretch>
            <a:fillRect/>
          </a:stretch>
        </p:blipFill>
        <p:spPr>
          <a:xfrm>
            <a:off x="0" y="5485434"/>
            <a:ext cx="12192000" cy="1372565"/>
          </a:xfrm>
          <a:prstGeom prst="rect">
            <a:avLst/>
          </a:prstGeom>
        </p:spPr>
      </p:pic>
    </p:spTree>
  </p:cSld>
  <p:clrMapOvr>
    <a:masterClrMapping/>
  </p:clrMapOvr>
</p:sld>
</file>

<file path=ppt/theme/theme1.xml><?xml version="1.0" encoding="utf-8"?>
<a:theme xmlns:a="http://schemas.openxmlformats.org/drawingml/2006/main" name="Office Theme">
  <a:themeElements>
    <a:clrScheme name="نسق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نسق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نسق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6905</TotalTime>
  <Words>3636</Words>
  <Application>Microsoft Office PowerPoint</Application>
  <PresentationFormat>شاشة عريضة</PresentationFormat>
  <Paragraphs>574</Paragraphs>
  <Slides>47</Slides>
  <Notes>22</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47</vt:i4>
      </vt:variant>
    </vt:vector>
  </HeadingPairs>
  <TitlesOfParts>
    <vt:vector size="55" baseType="lpstr">
      <vt:lpstr>Aptos</vt:lpstr>
      <vt:lpstr>Arabic Typesetting</vt:lpstr>
      <vt:lpstr>Arial</vt:lpstr>
      <vt:lpstr>Calibri</vt:lpstr>
      <vt:lpstr>Calibri Light</vt:lpstr>
      <vt:lpstr>Times New Roman</vt:lpstr>
      <vt:lpstr>Wingdings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السكرتارية جمعية طبيبي</cp:lastModifiedBy>
  <cp:revision>128</cp:revision>
  <cp:lastPrinted>2026-08-22T11:46:15Z</cp:lastPrinted>
  <dcterms:created xsi:type="dcterms:W3CDTF">2026-08-09T04:33:52Z</dcterms:created>
  <dcterms:modified xsi:type="dcterms:W3CDTF">2026-08-25T10:33:47Z</dcterms:modified>
</cp:coreProperties>
</file>