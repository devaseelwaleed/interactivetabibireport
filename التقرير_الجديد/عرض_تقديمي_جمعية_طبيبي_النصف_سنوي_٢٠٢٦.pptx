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٦٣.٠١٪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١٨.٩٠ من ٣٠ نقطة</a:t>
            </a:r>
            <a:br/>
            <a:r>
              <a:t>تحصيل ٥٨٢ ألف ر.س (٧٦.٢٥٪ من H1)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٦٠.٠٠٪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٩.٠٠ من ١٥ نقطة</a:t>
            </a:r>
            <a:br/>
            <a:r>
              <a:t>١٠٠٪ توطين وتطبيق نظام قيود السحابي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٤١.٧٣٪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448887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الإيرادات المالية الكلية (المعدلة)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٧٧.٦٢٪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متقدم ومتميز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الدراسات واستطلاعات الرأي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دراسات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 دراسات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دراسة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ساعات وقيمة العمل التطوعي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٣,٠٠٠ س (٢٠٢ ألف)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 س (١٠١ ألف)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فرص تطوعية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غير مدققة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الوظائف والكادر البشري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(٣ موظفين)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تدريب وتأهيل الكادر الإداري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دورات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 دورة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٨ دورات تدريبية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التحول الرقمي والمحاسبي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تم تشغيل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معايير الحوكمة ومنصة 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بدء الملف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قيد الاستعانة باستشاري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جاري العمل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قيد التنفيذ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تنويع مصادر الدخل الذاتي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 نشطة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</a:t>
            </a:r>
            <a:br/>
            <a:r>
              <a:t>  - البنك الأهلي: ٩٣٠,٧٠٢ ريال</a:t>
            </a:r>
            <a:br/>
            <a:r>
              <a:t>  - مصرف الراجحي: ٧١,٠٥٢ ريال</a:t>
            </a:r>
            <a:br/>
            <a:br/>
            <a:r>
              <a:t>• هيكل الأموال المتاحة:</a:t>
            </a:r>
            <a:br/>
            <a:r>
              <a:t>  - أموال مقيدة (زكاة وعلاج): ٣٦٧,٠٩٣ ريال</a:t>
            </a:r>
            <a:br/>
            <a:r>
              <a:t>  - أموال غير مقيدة: ٦٣٤,٦٦١ ريال</a:t>
            </a:r>
            <a:br/>
            <a:br/>
            <a:r>
              <a:t>• كفاية الاحتياطي النقدي: تغطية المصروفات التشغيلية لمدة ١٢ شهراً.</a:t>
            </a:r>
            <a:br/>
            <a:br/>
            <a:r>
              <a:t>• مخاطر التركز: تبرع واحد من فاعل خير بـ ٢٥٠ ألف ريال يمثل ٤٣٪ من إجمالي الدخل.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تأثيث المقر الجديد وشراء أجهزة حاسب وطابعات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إجمالي موازنة الإيرادات التقديرية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تحقيق ٧٦.٢٥٪ من مستهدف H1 (٥٨٢ ألف من ٧٦٣ ألف)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إجمالي موازنة المصروفات التقديرية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١,٤٥٤,٧٥٠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٢٤٩,٢٧٤.٠٠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١٧.١٣٪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تنفيذ ٣٤.٢٧٪ من موازنة النصف التشغيلية بانضباط تام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