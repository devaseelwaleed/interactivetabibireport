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٩٢.٥٠٪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١٣.٨٨ من ١٥ نقطة</a:t>
            </a:r>
            <a:br/>
            <a:r>
              <a:t>تحقيق ٧٠٪ من معايير الحوكمة و١٠٠٪ توطين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٥٢.١٢٪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الإيرادات المالية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٧٧.٦٢٪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 ومتميز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عدد المستفيدين المخدومين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 مستفيدين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الدراسات واستطلاعات الرأي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دراسة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ساعات وقيمة العمل التطوعي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٣,٠٠٠ س (٢٠٢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 س (١٠١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فرص تطوعية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غير مدققة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الوظائف والكادر البشري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(٣ موظفين)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تدريب وتأهيل الكادر الإداري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دورات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 دورة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٨ دورات تدريبية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التحول الرقمي والمحاسبي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تم تشغيل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معايير الحوكمة ومنصة نوى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استيفاء ٧٠٪ من المعايير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تنويع مصادر الدخل الذاتي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 نشطة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 (الأهلي: ٩٣٠,٧٠٢ | الراجحي: ٧١,٠٥٢)</a:t>
            </a:r>
            <a:br/>
            <a:r>
              <a:t>• الأرصدة الافتتاحية المرحّلة من ٢٠٢٥م: ٨٤٩,٤٢١ ريال (الأهلي: ٨٤٨,٨٢٠ | الراجحي: ٦٠١)</a:t>
            </a:r>
            <a:br/>
            <a:br/>
            <a:r>
              <a:t>• تحليل قيود الأرصدة (ص ١١):</a:t>
            </a:r>
            <a:br/>
            <a:r>
              <a:t>  - العلاج (مقيد): ٣٦٧,٠٩٣ ريال (يشمل ٢٥٠ ألف دعم إحسان لأورام)</a:t>
            </a:r>
            <a:br/>
            <a:r>
              <a:t>  - التبرعات والدعم العام: ٦١٦,٦٦١ ريال</a:t>
            </a:r>
            <a:br/>
            <a:r>
              <a:t>  - اشتراكات العضوية: ١٨,٠٠٠ ريال</a:t>
            </a:r>
            <a:br/>
            <a:br/>
            <a:r>
              <a:t>• كفاءة الدخل والمصروفات (ص ١٢):</a:t>
            </a:r>
            <a:br/>
            <a:r>
              <a:t>  - إجمالي الدخل: ٥٨٢,١٦٧ ريال (+١٩٢٪)</a:t>
            </a:r>
            <a:br/>
            <a:r>
              <a:t>  - إجمالي المصروفات: ٢٤٩,٢٧٤ ريال</a:t>
            </a:r>
            <a:br/>
            <a:r>
              <a:t>  - صافي الأصول بالمركز المالي: ٩٧٢,٧١٣ ريال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أصول ٢٠٢٦ (١٥,٦٢٠ ر.س) مقابل عام التأسيس ٢٠٢٥ (٣٤,٧٧٦ ر.س) بوفر -٥٥٪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إجمالي موازنة الإيرادات التقديرية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تحقيق ٧٦.٢٥٪ من مستهدف H1 (٥٨٢ ألف من ٧٦٣ ألف)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إجمالي موازنة المصروفات التقديرية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١,٤٥٤,٧٥٠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٢٤٩,٢٧٤.٠٠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تنفيذ ٣٤.٢٧٪ من موازنة النصف التشغيلية بانضباط تام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