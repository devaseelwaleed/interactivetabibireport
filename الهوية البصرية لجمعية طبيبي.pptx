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8288000" cy="10287000"/>
  <p:notesSz cx="6858000" cy="9144000"/>
  <p:embeddedFontLst>
    <p:embeddedFont>
      <p:font typeface="Alexandria" panose="020B0604020202020204" charset="-78"/>
      <p:regular r:id="rId10"/>
      <p:bold r:id="rId11"/>
    </p:embeddedFont>
    <p:embeddedFont>
      <p:font typeface="Calibri" panose="020F0502020204030204" pitchFamily="34" charset="0"/>
      <p:regular r:id="rId12"/>
      <p:bold r:id="rId13"/>
    </p:embeddedFont>
    <p:embeddedFont>
      <p:font typeface="Canva Sans Bold" panose="020B0604020202020204" charset="0"/>
      <p:regular r:id="rId14"/>
    </p:embeddedFont>
    <p:embeddedFont>
      <p:font typeface="Futura Light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4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62297" y="0"/>
            <a:ext cx="10287000" cy="102870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>
                <a:alphaModFix amt="4000"/>
              </a:blip>
              <a:stretch>
                <a:fillRect l="-9990" t="-84617" r="-10818" b="-77298"/>
              </a:stretch>
            </a:blipFill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2626265"/>
            <a:ext cx="13653025" cy="5872707"/>
            <a:chOff x="0" y="0"/>
            <a:chExt cx="3727414" cy="154672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27414" cy="1546721"/>
            </a:xfrm>
            <a:custGeom>
              <a:avLst/>
              <a:gdLst/>
              <a:ahLst/>
              <a:cxnLst/>
              <a:rect l="l" t="t" r="r" b="b"/>
              <a:pathLst>
                <a:path w="3727414" h="1546721">
                  <a:moveTo>
                    <a:pt x="0" y="0"/>
                  </a:moveTo>
                  <a:lnTo>
                    <a:pt x="3727414" y="0"/>
                  </a:lnTo>
                  <a:lnTo>
                    <a:pt x="3727414" y="1546721"/>
                  </a:lnTo>
                  <a:lnTo>
                    <a:pt x="0" y="1546721"/>
                  </a:lnTo>
                  <a:close/>
                </a:path>
              </a:pathLst>
            </a:custGeom>
            <a:gradFill rotWithShape="1">
              <a:gsLst>
                <a:gs pos="0">
                  <a:srgbClr val="360733">
                    <a:alpha val="22540"/>
                  </a:srgbClr>
                </a:gs>
                <a:gs pos="33333">
                  <a:srgbClr val="7C1540">
                    <a:alpha val="22310"/>
                  </a:srgbClr>
                </a:gs>
                <a:gs pos="66667">
                  <a:srgbClr val="9F1A47">
                    <a:alpha val="1288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ar-SA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727414" cy="1584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0540" y="1693375"/>
            <a:ext cx="1256320" cy="125632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60733">
                    <a:alpha val="94080"/>
                  </a:srgbClr>
                </a:gs>
                <a:gs pos="33333">
                  <a:srgbClr val="7C1540">
                    <a:alpha val="93120"/>
                  </a:srgbClr>
                </a:gs>
                <a:gs pos="66667">
                  <a:srgbClr val="9F1A47">
                    <a:alpha val="5376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ar-S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12832" y="3565706"/>
            <a:ext cx="6886751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626"/>
              </a:lnSpc>
            </a:pPr>
            <a:r>
              <a:rPr lang="ar-EG" sz="4000" dirty="0">
                <a:solidFill>
                  <a:srgbClr val="000000"/>
                </a:solidFill>
                <a:latin typeface="Alexandria" pitchFamily="2" charset="-78"/>
                <a:ea typeface="Montserrat Bold"/>
                <a:cs typeface="Alexandria" pitchFamily="2" charset="-78"/>
                <a:sym typeface="Montserrat Bold"/>
                <a:rtl/>
              </a:rPr>
              <a:t>جمعية طبيبي الأهلية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0540" y="4661087"/>
            <a:ext cx="7699043" cy="1650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265"/>
              </a:lnSpc>
            </a:pPr>
            <a:r>
              <a:rPr lang="ar-EG" sz="2000" dirty="0">
                <a:solidFill>
                  <a:srgbClr val="000000"/>
                </a:solidFill>
                <a:latin typeface="Alexandria" pitchFamily="2" charset="-78"/>
                <a:ea typeface="Montserrat"/>
                <a:cs typeface="Alexandria" pitchFamily="2" charset="-78"/>
                <a:sym typeface="Montserrat"/>
                <a:rtl/>
              </a:rPr>
              <a:t>جمعية “طبيبي الأهلية” هي جمعية صحية خيرية ، تأسست لتقديم الدعم والرعاية الصحية للمحتاجين، سواء من المواطنين أو الزوار، من خلال برامج علاجية وتوعوية متنوعة ، تسعى الجمعية إلى تحقيق رسالتها “صحتكم صحة وطن” من خلال تنفيذ برامج صحية متعددة</a:t>
            </a:r>
            <a:r>
              <a:rPr lang="en-US" sz="2000" dirty="0">
                <a:solidFill>
                  <a:srgbClr val="000000"/>
                </a:solidFill>
                <a:latin typeface="Alexandria" pitchFamily="2" charset="-78"/>
                <a:ea typeface="Montserrat"/>
                <a:cs typeface="Alexandria" pitchFamily="2" charset="-78"/>
                <a:sym typeface="Montserrat"/>
              </a:rPr>
              <a:t>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758707" y="3252602"/>
            <a:ext cx="5246370" cy="524637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9990" t="-84617" r="-10818" b="-77298"/>
              </a:stretch>
            </a:blipFill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10758707" y="3252602"/>
            <a:ext cx="5246370" cy="5246370"/>
            <a:chOff x="0" y="0"/>
            <a:chExt cx="1381731" cy="1381849"/>
          </a:xfrm>
        </p:grpSpPr>
        <p:sp>
          <p:nvSpPr>
            <p:cNvPr id="18" name="Freeform 18"/>
            <p:cNvSpPr/>
            <p:nvPr/>
          </p:nvSpPr>
          <p:spPr>
            <a:xfrm>
              <a:off x="6874" y="0"/>
              <a:ext cx="1367983" cy="1379659"/>
            </a:xfrm>
            <a:custGeom>
              <a:avLst/>
              <a:gdLst/>
              <a:ahLst/>
              <a:cxnLst/>
              <a:rect l="l" t="t" r="r" b="b"/>
              <a:pathLst>
                <a:path w="1367983" h="1379659">
                  <a:moveTo>
                    <a:pt x="917159" y="41609"/>
                  </a:moveTo>
                  <a:lnTo>
                    <a:pt x="917159" y="41609"/>
                  </a:lnTo>
                  <a:cubicBezTo>
                    <a:pt x="991433" y="69137"/>
                    <a:pt x="1060337" y="109409"/>
                    <a:pt x="1120773" y="160615"/>
                  </a:cubicBezTo>
                  <a:lnTo>
                    <a:pt x="1121180" y="160960"/>
                  </a:lnTo>
                  <a:cubicBezTo>
                    <a:pt x="1181878" y="212389"/>
                    <a:pt x="1233071" y="274080"/>
                    <a:pt x="1272423" y="343222"/>
                  </a:cubicBezTo>
                  <a:lnTo>
                    <a:pt x="1273935" y="345879"/>
                  </a:lnTo>
                  <a:cubicBezTo>
                    <a:pt x="1313567" y="415513"/>
                    <a:pt x="1340777" y="491513"/>
                    <a:pt x="1354347" y="570478"/>
                  </a:cubicBezTo>
                  <a:lnTo>
                    <a:pt x="1354347" y="570478"/>
                  </a:lnTo>
                  <a:cubicBezTo>
                    <a:pt x="1367922" y="649472"/>
                    <a:pt x="1367983" y="730198"/>
                    <a:pt x="1354528" y="809212"/>
                  </a:cubicBezTo>
                  <a:lnTo>
                    <a:pt x="1354193" y="811184"/>
                  </a:lnTo>
                  <a:cubicBezTo>
                    <a:pt x="1340729" y="890252"/>
                    <a:pt x="1313371" y="966311"/>
                    <a:pt x="1273386" y="1035840"/>
                  </a:cubicBezTo>
                  <a:lnTo>
                    <a:pt x="1272889" y="1036704"/>
                  </a:lnTo>
                  <a:cubicBezTo>
                    <a:pt x="1233221" y="1105683"/>
                    <a:pt x="1181890" y="1167260"/>
                    <a:pt x="1121180" y="1218699"/>
                  </a:cubicBezTo>
                  <a:lnTo>
                    <a:pt x="1120773" y="1219044"/>
                  </a:lnTo>
                  <a:cubicBezTo>
                    <a:pt x="1060337" y="1270250"/>
                    <a:pt x="991433" y="1310523"/>
                    <a:pt x="917159" y="1338051"/>
                  </a:cubicBezTo>
                  <a:lnTo>
                    <a:pt x="917159" y="1338051"/>
                  </a:lnTo>
                  <a:cubicBezTo>
                    <a:pt x="842907" y="1365570"/>
                    <a:pt x="764352" y="1379659"/>
                    <a:pt x="685165" y="1379659"/>
                  </a:cubicBezTo>
                  <a:lnTo>
                    <a:pt x="682818" y="1379659"/>
                  </a:lnTo>
                  <a:cubicBezTo>
                    <a:pt x="603631" y="1379659"/>
                    <a:pt x="525076" y="1365570"/>
                    <a:pt x="450824" y="1338051"/>
                  </a:cubicBezTo>
                  <a:lnTo>
                    <a:pt x="450824" y="1338051"/>
                  </a:lnTo>
                  <a:cubicBezTo>
                    <a:pt x="376550" y="1310523"/>
                    <a:pt x="307646" y="1270250"/>
                    <a:pt x="247211" y="1219044"/>
                  </a:cubicBezTo>
                  <a:lnTo>
                    <a:pt x="246803" y="1218699"/>
                  </a:lnTo>
                  <a:cubicBezTo>
                    <a:pt x="186093" y="1167260"/>
                    <a:pt x="134763" y="1105683"/>
                    <a:pt x="95094" y="1036704"/>
                  </a:cubicBezTo>
                  <a:lnTo>
                    <a:pt x="94597" y="1035840"/>
                  </a:lnTo>
                  <a:cubicBezTo>
                    <a:pt x="54612" y="966311"/>
                    <a:pt x="27255" y="890252"/>
                    <a:pt x="13791" y="811184"/>
                  </a:cubicBezTo>
                  <a:lnTo>
                    <a:pt x="13455" y="809212"/>
                  </a:lnTo>
                  <a:cubicBezTo>
                    <a:pt x="0" y="730198"/>
                    <a:pt x="61" y="649472"/>
                    <a:pt x="13636" y="570478"/>
                  </a:cubicBezTo>
                  <a:lnTo>
                    <a:pt x="13636" y="570478"/>
                  </a:lnTo>
                  <a:cubicBezTo>
                    <a:pt x="27206" y="491513"/>
                    <a:pt x="54416" y="415513"/>
                    <a:pt x="94048" y="345879"/>
                  </a:cubicBezTo>
                  <a:lnTo>
                    <a:pt x="95560" y="343222"/>
                  </a:lnTo>
                  <a:cubicBezTo>
                    <a:pt x="134913" y="274080"/>
                    <a:pt x="186105" y="212389"/>
                    <a:pt x="246803" y="160960"/>
                  </a:cubicBezTo>
                  <a:lnTo>
                    <a:pt x="247211" y="160615"/>
                  </a:lnTo>
                  <a:cubicBezTo>
                    <a:pt x="307646" y="109409"/>
                    <a:pt x="376550" y="69137"/>
                    <a:pt x="450824" y="41609"/>
                  </a:cubicBezTo>
                  <a:lnTo>
                    <a:pt x="450824" y="41609"/>
                  </a:lnTo>
                  <a:cubicBezTo>
                    <a:pt x="525076" y="14089"/>
                    <a:pt x="603631" y="0"/>
                    <a:pt x="682818" y="0"/>
                  </a:cubicBezTo>
                  <a:lnTo>
                    <a:pt x="685165" y="0"/>
                  </a:lnTo>
                  <a:cubicBezTo>
                    <a:pt x="764352" y="0"/>
                    <a:pt x="842907" y="14089"/>
                    <a:pt x="917159" y="41609"/>
                  </a:cubicBezTo>
                  <a:close/>
                </a:path>
              </a:pathLst>
            </a:custGeom>
            <a:gradFill rotWithShape="1">
              <a:gsLst>
                <a:gs pos="0">
                  <a:srgbClr val="4B0C6B">
                    <a:alpha val="100000"/>
                  </a:srgbClr>
                </a:gs>
                <a:gs pos="50000">
                  <a:srgbClr val="E64CA0">
                    <a:alpha val="0"/>
                  </a:srgbClr>
                </a:gs>
                <a:gs pos="100000">
                  <a:srgbClr val="C8C8C8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ar-SA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7637" y="161870"/>
              <a:ext cx="966458" cy="1018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" y="10020300"/>
            <a:ext cx="18288000" cy="266700"/>
            <a:chOff x="0" y="0"/>
            <a:chExt cx="5087161" cy="22634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087161" cy="226347"/>
            </a:xfrm>
            <a:custGeom>
              <a:avLst/>
              <a:gdLst/>
              <a:ahLst/>
              <a:cxnLst/>
              <a:rect l="l" t="t" r="r" b="b"/>
              <a:pathLst>
                <a:path w="5087161" h="226347">
                  <a:moveTo>
                    <a:pt x="0" y="0"/>
                  </a:moveTo>
                  <a:lnTo>
                    <a:pt x="5087161" y="0"/>
                  </a:lnTo>
                  <a:lnTo>
                    <a:pt x="5087161" y="226347"/>
                  </a:lnTo>
                  <a:lnTo>
                    <a:pt x="0" y="226347"/>
                  </a:lnTo>
                  <a:close/>
                </a:path>
              </a:pathLst>
            </a:custGeom>
            <a:gradFill rotWithShape="1">
              <a:gsLst>
                <a:gs pos="0">
                  <a:srgbClr val="360733">
                    <a:alpha val="98000"/>
                  </a:srgbClr>
                </a:gs>
                <a:gs pos="33333">
                  <a:srgbClr val="7C1540">
                    <a:alpha val="97000"/>
                  </a:srgbClr>
                </a:gs>
                <a:gs pos="66667">
                  <a:srgbClr val="9F1A47">
                    <a:alpha val="5600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ar-SA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9050"/>
              <a:ext cx="5087161" cy="207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667000" y="1579422"/>
            <a:ext cx="11655489" cy="473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3603"/>
              </a:lnSpc>
            </a:pPr>
            <a:r>
              <a:rPr lang="ar-EG" sz="4000" dirty="0">
                <a:solidFill>
                  <a:srgbClr val="000000"/>
                </a:solidFill>
                <a:latin typeface="Alexandria" pitchFamily="2" charset="-78"/>
                <a:ea typeface="Montserrat"/>
                <a:cs typeface="Alexandria" pitchFamily="2" charset="-78"/>
                <a:sym typeface="Montserrat"/>
                <a:rtl/>
              </a:rPr>
              <a:t>الهوية البصرية لجمعية طبيبي - المدينة المنورة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3084311" y="-2477412"/>
            <a:ext cx="986330" cy="9421048"/>
            <a:chOff x="0" y="0"/>
            <a:chExt cx="259774" cy="25013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9774" cy="2501393"/>
            </a:xfrm>
            <a:custGeom>
              <a:avLst/>
              <a:gdLst/>
              <a:ahLst/>
              <a:cxnLst/>
              <a:rect l="l" t="t" r="r" b="b"/>
              <a:pathLst>
                <a:path w="259774" h="2501393">
                  <a:moveTo>
                    <a:pt x="0" y="0"/>
                  </a:moveTo>
                  <a:lnTo>
                    <a:pt x="259774" y="0"/>
                  </a:lnTo>
                  <a:lnTo>
                    <a:pt x="259774" y="2501393"/>
                  </a:lnTo>
                  <a:lnTo>
                    <a:pt x="0" y="2501393"/>
                  </a:lnTo>
                  <a:close/>
                </a:path>
              </a:pathLst>
            </a:custGeom>
            <a:gradFill rotWithShape="1">
              <a:gsLst>
                <a:gs pos="0">
                  <a:srgbClr val="360733">
                    <a:alpha val="22540"/>
                  </a:srgbClr>
                </a:gs>
                <a:gs pos="33333">
                  <a:srgbClr val="7C1540">
                    <a:alpha val="22310"/>
                  </a:srgbClr>
                </a:gs>
                <a:gs pos="66667">
                  <a:srgbClr val="9F1A47">
                    <a:alpha val="1288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ar-S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9774" cy="2539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13660" y="428610"/>
            <a:ext cx="3170095" cy="317009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9990" t="-84617" r="-10818" b="-77298"/>
              </a:stretch>
            </a:blipFill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005069"/>
            <a:ext cx="18300863" cy="281931"/>
            <a:chOff x="0" y="0"/>
            <a:chExt cx="5087161" cy="2263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87161" cy="226347"/>
            </a:xfrm>
            <a:custGeom>
              <a:avLst/>
              <a:gdLst/>
              <a:ahLst/>
              <a:cxnLst/>
              <a:rect l="l" t="t" r="r" b="b"/>
              <a:pathLst>
                <a:path w="5087161" h="226347">
                  <a:moveTo>
                    <a:pt x="0" y="0"/>
                  </a:moveTo>
                  <a:lnTo>
                    <a:pt x="5087161" y="0"/>
                  </a:lnTo>
                  <a:lnTo>
                    <a:pt x="5087161" y="226347"/>
                  </a:lnTo>
                  <a:lnTo>
                    <a:pt x="0" y="226347"/>
                  </a:lnTo>
                  <a:close/>
                </a:path>
              </a:pathLst>
            </a:custGeom>
            <a:gradFill rotWithShape="1">
              <a:gsLst>
                <a:gs pos="0">
                  <a:srgbClr val="360733">
                    <a:alpha val="98000"/>
                  </a:srgbClr>
                </a:gs>
                <a:gs pos="33333">
                  <a:srgbClr val="7C1540">
                    <a:alpha val="97000"/>
                  </a:srgbClr>
                </a:gs>
                <a:gs pos="66667">
                  <a:srgbClr val="9F1A47">
                    <a:alpha val="5600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ar-S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5087161" cy="207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613660" y="4131521"/>
            <a:ext cx="3207834" cy="3170095"/>
          </a:xfrm>
          <a:custGeom>
            <a:avLst/>
            <a:gdLst/>
            <a:ahLst/>
            <a:cxnLst/>
            <a:rect l="l" t="t" r="r" b="b"/>
            <a:pathLst>
              <a:path w="3207834" h="3170095">
                <a:moveTo>
                  <a:pt x="0" y="0"/>
                </a:moveTo>
                <a:lnTo>
                  <a:pt x="3207834" y="0"/>
                </a:lnTo>
                <a:lnTo>
                  <a:pt x="3207834" y="3170095"/>
                </a:lnTo>
                <a:lnTo>
                  <a:pt x="0" y="31700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11" name="Freeform 11"/>
          <p:cNvSpPr/>
          <p:nvPr/>
        </p:nvSpPr>
        <p:spPr>
          <a:xfrm>
            <a:off x="3747456" y="7834432"/>
            <a:ext cx="2864762" cy="1432381"/>
          </a:xfrm>
          <a:custGeom>
            <a:avLst/>
            <a:gdLst/>
            <a:ahLst/>
            <a:cxnLst/>
            <a:rect l="l" t="t" r="r" b="b"/>
            <a:pathLst>
              <a:path w="2864762" h="1432381">
                <a:moveTo>
                  <a:pt x="0" y="0"/>
                </a:moveTo>
                <a:lnTo>
                  <a:pt x="2864762" y="0"/>
                </a:lnTo>
                <a:lnTo>
                  <a:pt x="2864762" y="1432381"/>
                </a:lnTo>
                <a:lnTo>
                  <a:pt x="0" y="14323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12" name="TextBox 12"/>
          <p:cNvSpPr txBox="1"/>
          <p:nvPr/>
        </p:nvSpPr>
        <p:spPr>
          <a:xfrm>
            <a:off x="10224459" y="2074142"/>
            <a:ext cx="6886751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506"/>
              </a:lnSpc>
            </a:pPr>
            <a:r>
              <a:rPr lang="ar-EG" sz="3200" dirty="0">
                <a:solidFill>
                  <a:srgbClr val="000000"/>
                </a:solidFill>
                <a:latin typeface="Alexandria" pitchFamily="2" charset="-78"/>
                <a:ea typeface="Montserrat"/>
                <a:cs typeface="Alexandria" pitchFamily="2" charset="-78"/>
                <a:sym typeface="Montserrat"/>
                <a:rtl/>
              </a:rPr>
              <a:t>الشعار الأساسي بالألوان كاملة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24459" y="4984530"/>
            <a:ext cx="6886751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506"/>
              </a:lnSpc>
            </a:pPr>
            <a:r>
              <a:rPr lang="ar-EG" sz="3200" dirty="0">
                <a:solidFill>
                  <a:srgbClr val="000000"/>
                </a:solidFill>
                <a:latin typeface="Alexandria" pitchFamily="2" charset="-78"/>
                <a:ea typeface="Montserrat"/>
                <a:cs typeface="Alexandria" pitchFamily="2" charset="-78"/>
                <a:sym typeface="Montserrat"/>
                <a:rtl/>
              </a:rPr>
              <a:t>نسخة بالأبيض والأسود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24459" y="7787523"/>
            <a:ext cx="6886751" cy="463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506"/>
              </a:lnSpc>
            </a:pPr>
            <a:r>
              <a:rPr lang="ar-EG" sz="3200" dirty="0">
                <a:solidFill>
                  <a:srgbClr val="000000"/>
                </a:solidFill>
                <a:latin typeface="Alexandria" pitchFamily="2" charset="-78"/>
                <a:ea typeface="Montserrat"/>
                <a:cs typeface="Alexandria" pitchFamily="2" charset="-78"/>
                <a:sym typeface="Montserrat"/>
                <a:rtl/>
              </a:rPr>
              <a:t>نسخة بخلفية شفافة </a:t>
            </a:r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13604157" y="481266"/>
            <a:ext cx="1850409" cy="8584077"/>
            <a:chOff x="0" y="-38100"/>
            <a:chExt cx="487350" cy="2598208"/>
          </a:xfrm>
        </p:grpSpPr>
        <p:sp>
          <p:nvSpPr>
            <p:cNvPr id="16" name="Freeform 16"/>
            <p:cNvSpPr/>
            <p:nvPr/>
          </p:nvSpPr>
          <p:spPr>
            <a:xfrm>
              <a:off x="227576" y="119455"/>
              <a:ext cx="259774" cy="2440653"/>
            </a:xfrm>
            <a:custGeom>
              <a:avLst/>
              <a:gdLst/>
              <a:ahLst/>
              <a:cxnLst/>
              <a:rect l="l" t="t" r="r" b="b"/>
              <a:pathLst>
                <a:path w="259774" h="2440653">
                  <a:moveTo>
                    <a:pt x="0" y="0"/>
                  </a:moveTo>
                  <a:lnTo>
                    <a:pt x="259774" y="0"/>
                  </a:lnTo>
                  <a:lnTo>
                    <a:pt x="259774" y="2440653"/>
                  </a:lnTo>
                  <a:lnTo>
                    <a:pt x="0" y="2440653"/>
                  </a:lnTo>
                  <a:close/>
                </a:path>
              </a:pathLst>
            </a:custGeom>
            <a:gradFill rotWithShape="1">
              <a:gsLst>
                <a:gs pos="0">
                  <a:srgbClr val="360733">
                    <a:alpha val="22540"/>
                  </a:srgbClr>
                </a:gs>
                <a:gs pos="33333">
                  <a:srgbClr val="7C1540">
                    <a:alpha val="22310"/>
                  </a:srgbClr>
                </a:gs>
                <a:gs pos="66667">
                  <a:srgbClr val="9F1A47">
                    <a:alpha val="1288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ar-SA" dirty="0">
                <a:latin typeface="Alexandria" pitchFamily="2" charset="-78"/>
                <a:cs typeface="Alexandria" pitchFamily="2" charset="-78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59774" cy="24787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5400000">
            <a:off x="14812982" y="4983954"/>
            <a:ext cx="986330" cy="6019912"/>
            <a:chOff x="0" y="0"/>
            <a:chExt cx="259774" cy="21088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59774" cy="2108864"/>
            </a:xfrm>
            <a:custGeom>
              <a:avLst/>
              <a:gdLst/>
              <a:ahLst/>
              <a:cxnLst/>
              <a:rect l="l" t="t" r="r" b="b"/>
              <a:pathLst>
                <a:path w="259774" h="2108864">
                  <a:moveTo>
                    <a:pt x="0" y="0"/>
                  </a:moveTo>
                  <a:lnTo>
                    <a:pt x="259774" y="0"/>
                  </a:lnTo>
                  <a:lnTo>
                    <a:pt x="259774" y="2108864"/>
                  </a:lnTo>
                  <a:lnTo>
                    <a:pt x="0" y="2108864"/>
                  </a:lnTo>
                  <a:close/>
                </a:path>
              </a:pathLst>
            </a:custGeom>
            <a:gradFill rotWithShape="1">
              <a:gsLst>
                <a:gs pos="0">
                  <a:srgbClr val="360733">
                    <a:alpha val="22540"/>
                  </a:srgbClr>
                </a:gs>
                <a:gs pos="33333">
                  <a:srgbClr val="7C1540">
                    <a:alpha val="22310"/>
                  </a:srgbClr>
                </a:gs>
                <a:gs pos="66667">
                  <a:srgbClr val="9F1A47">
                    <a:alpha val="1288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ar-SA" sz="200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59774" cy="2146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0"/>
            <a:ext cx="18288000" cy="823503"/>
            <a:chOff x="0" y="0"/>
            <a:chExt cx="4816593" cy="216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16890"/>
            </a:xfrm>
            <a:custGeom>
              <a:avLst/>
              <a:gdLst/>
              <a:ahLst/>
              <a:cxnLst/>
              <a:rect l="l" t="t" r="r" b="b"/>
              <a:pathLst>
                <a:path w="4816592" h="216890">
                  <a:moveTo>
                    <a:pt x="0" y="0"/>
                  </a:moveTo>
                  <a:lnTo>
                    <a:pt x="4816592" y="0"/>
                  </a:lnTo>
                  <a:lnTo>
                    <a:pt x="4816592" y="216890"/>
                  </a:lnTo>
                  <a:lnTo>
                    <a:pt x="0" y="216890"/>
                  </a:lnTo>
                  <a:close/>
                </a:path>
              </a:pathLst>
            </a:custGeom>
            <a:gradFill rotWithShape="1">
              <a:gsLst>
                <a:gs pos="0">
                  <a:srgbClr val="360733">
                    <a:alpha val="22540"/>
                  </a:srgbClr>
                </a:gs>
                <a:gs pos="33333">
                  <a:srgbClr val="7C1540">
                    <a:alpha val="22310"/>
                  </a:srgbClr>
                </a:gs>
                <a:gs pos="66667">
                  <a:srgbClr val="9F1A47">
                    <a:alpha val="1288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ar-S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54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" y="10005069"/>
            <a:ext cx="18288000" cy="281931"/>
            <a:chOff x="0" y="0"/>
            <a:chExt cx="5087161" cy="2263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87161" cy="226347"/>
            </a:xfrm>
            <a:custGeom>
              <a:avLst/>
              <a:gdLst/>
              <a:ahLst/>
              <a:cxnLst/>
              <a:rect l="l" t="t" r="r" b="b"/>
              <a:pathLst>
                <a:path w="5087161" h="226347">
                  <a:moveTo>
                    <a:pt x="0" y="0"/>
                  </a:moveTo>
                  <a:lnTo>
                    <a:pt x="5087161" y="0"/>
                  </a:lnTo>
                  <a:lnTo>
                    <a:pt x="5087161" y="226347"/>
                  </a:lnTo>
                  <a:lnTo>
                    <a:pt x="0" y="226347"/>
                  </a:lnTo>
                  <a:close/>
                </a:path>
              </a:pathLst>
            </a:custGeom>
            <a:gradFill rotWithShape="1">
              <a:gsLst>
                <a:gs pos="0">
                  <a:srgbClr val="360733">
                    <a:alpha val="98000"/>
                  </a:srgbClr>
                </a:gs>
                <a:gs pos="33333">
                  <a:srgbClr val="7C1540">
                    <a:alpha val="97000"/>
                  </a:srgbClr>
                </a:gs>
                <a:gs pos="66667">
                  <a:srgbClr val="9F1A47">
                    <a:alpha val="5600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ar-S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5087161" cy="207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767275" y="289027"/>
            <a:ext cx="6748496" cy="392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66"/>
              </a:lnSpc>
            </a:pPr>
            <a:r>
              <a:rPr lang="ar-EG" sz="3200" b="1" dirty="0">
                <a:solidFill>
                  <a:srgbClr val="000000"/>
                </a:solidFill>
                <a:latin typeface="Alexandria" pitchFamily="2" charset="-78"/>
                <a:ea typeface="Montserrat Bold"/>
                <a:cs typeface="Alexandria" pitchFamily="2" charset="-78"/>
                <a:sym typeface="Montserrat Bold"/>
                <a:rtl/>
              </a:rPr>
              <a:t>الألوان الأساسية </a:t>
            </a:r>
            <a:r>
              <a:rPr lang="en-US" sz="3200" b="1" dirty="0">
                <a:solidFill>
                  <a:srgbClr val="000000"/>
                </a:solidFill>
                <a:latin typeface="Alexandria" pitchFamily="2" charset="-78"/>
                <a:ea typeface="Montserrat Bold"/>
                <a:cs typeface="Alexandria" pitchFamily="2" charset="-78"/>
                <a:sym typeface="Montserrat Bold"/>
              </a:rPr>
              <a:t>Colors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422803" y="1556928"/>
            <a:ext cx="2072653" cy="2273647"/>
            <a:chOff x="0" y="0"/>
            <a:chExt cx="2763537" cy="3031529"/>
          </a:xfrm>
        </p:grpSpPr>
        <p:sp>
          <p:nvSpPr>
            <p:cNvPr id="10" name="TextBox 10"/>
            <p:cNvSpPr txBox="1"/>
            <p:nvPr/>
          </p:nvSpPr>
          <p:spPr>
            <a:xfrm>
              <a:off x="384772" y="2642909"/>
              <a:ext cx="1774296" cy="388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2100" b="1" spc="105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#410936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0" y="0"/>
              <a:ext cx="2763537" cy="2763537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10936"/>
              </a:solidFill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>
            <a:off x="7157792" y="1556928"/>
            <a:ext cx="2072653" cy="2525145"/>
            <a:chOff x="0" y="0"/>
            <a:chExt cx="2763537" cy="3366859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2763537" cy="2763537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A113D"/>
              </a:solidFill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411367" y="3004879"/>
              <a:ext cx="1774296" cy="3619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2100" b="1" spc="105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#6a113d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906594" y="1556928"/>
            <a:ext cx="2072653" cy="2516172"/>
            <a:chOff x="0" y="0"/>
            <a:chExt cx="2763537" cy="3354896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2763537" cy="2763537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61C46"/>
              </a:solidFill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543251" y="2992916"/>
              <a:ext cx="1677033" cy="3619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2100" b="1" spc="105" dirty="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#a61c46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792544" y="1556928"/>
            <a:ext cx="2072653" cy="2545125"/>
            <a:chOff x="0" y="0"/>
            <a:chExt cx="2763537" cy="3393499"/>
          </a:xfrm>
        </p:grpSpPr>
        <p:sp>
          <p:nvSpPr>
            <p:cNvPr id="25" name="TextBox 25"/>
            <p:cNvSpPr txBox="1"/>
            <p:nvPr/>
          </p:nvSpPr>
          <p:spPr>
            <a:xfrm>
              <a:off x="874820" y="3004879"/>
              <a:ext cx="1211792" cy="388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2100" b="1" spc="10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#ffffff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0" y="0"/>
              <a:ext cx="2763537" cy="2763537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A6A6A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 rot="5400000">
            <a:off x="8795674" y="-3694001"/>
            <a:ext cx="696653" cy="18288000"/>
            <a:chOff x="0" y="0"/>
            <a:chExt cx="174048" cy="456898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74048" cy="4568985"/>
            </a:xfrm>
            <a:custGeom>
              <a:avLst/>
              <a:gdLst/>
              <a:ahLst/>
              <a:cxnLst/>
              <a:rect l="l" t="t" r="r" b="b"/>
              <a:pathLst>
                <a:path w="174048" h="4568985">
                  <a:moveTo>
                    <a:pt x="0" y="0"/>
                  </a:moveTo>
                  <a:lnTo>
                    <a:pt x="174048" y="0"/>
                  </a:lnTo>
                  <a:lnTo>
                    <a:pt x="174048" y="4568985"/>
                  </a:lnTo>
                  <a:lnTo>
                    <a:pt x="0" y="4568985"/>
                  </a:lnTo>
                  <a:close/>
                </a:path>
              </a:pathLst>
            </a:custGeom>
            <a:gradFill rotWithShape="1">
              <a:gsLst>
                <a:gs pos="0">
                  <a:srgbClr val="360733">
                    <a:alpha val="22540"/>
                  </a:srgbClr>
                </a:gs>
                <a:gs pos="33333">
                  <a:srgbClr val="7C1540">
                    <a:alpha val="22310"/>
                  </a:srgbClr>
                </a:gs>
                <a:gs pos="66667">
                  <a:srgbClr val="9F1A47">
                    <a:alpha val="1288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ar-SA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74048" cy="4607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110369" y="5269194"/>
            <a:ext cx="6167498" cy="38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817"/>
              </a:lnSpc>
            </a:pPr>
            <a:r>
              <a:rPr lang="ar-EG" sz="3200" b="1" dirty="0">
                <a:solidFill>
                  <a:srgbClr val="000000"/>
                </a:solidFill>
                <a:latin typeface="Alexandria" pitchFamily="2" charset="-78"/>
                <a:ea typeface="Montserrat Bold"/>
                <a:cs typeface="Alexandria" pitchFamily="2" charset="-78"/>
                <a:sym typeface="Montserrat Bold"/>
                <a:rtl/>
              </a:rPr>
              <a:t>الخطوط </a:t>
            </a:r>
            <a:r>
              <a:rPr lang="en-US" sz="3200" b="1" dirty="0">
                <a:solidFill>
                  <a:srgbClr val="000000"/>
                </a:solidFill>
                <a:latin typeface="Alexandria" pitchFamily="2" charset="-78"/>
                <a:ea typeface="Montserrat Bold"/>
                <a:cs typeface="Alexandria" pitchFamily="2" charset="-78"/>
                <a:sym typeface="Montserrat Bold"/>
              </a:rPr>
              <a:t>Typography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198621" y="6176472"/>
            <a:ext cx="11890758" cy="323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27"/>
              </a:lnSpc>
            </a:pPr>
            <a:r>
              <a:rPr lang="en-US" sz="2800" spc="194" dirty="0">
                <a:solidFill>
                  <a:srgbClr val="000000"/>
                </a:solidFill>
                <a:latin typeface="Alexandria" pitchFamily="2" charset="-78"/>
                <a:ea typeface="Canva Sans"/>
                <a:cs typeface="Alexandria" pitchFamily="2" charset="-78"/>
                <a:sym typeface="Canva Sans"/>
              </a:rPr>
              <a:t> Arial : </a:t>
            </a:r>
            <a:r>
              <a:rPr lang="ar-EG" sz="2800" spc="194" dirty="0">
                <a:solidFill>
                  <a:srgbClr val="000000"/>
                </a:solidFill>
                <a:latin typeface="Alexandria" pitchFamily="2" charset="-78"/>
                <a:ea typeface="Canva Sans"/>
                <a:cs typeface="Alexandria" pitchFamily="2" charset="-78"/>
                <a:sym typeface="Canva Sans"/>
                <a:rtl/>
              </a:rPr>
              <a:t>خط عربي أساسي</a:t>
            </a:r>
          </a:p>
          <a:p>
            <a:pPr algn="ctr">
              <a:lnSpc>
                <a:spcPts val="6527"/>
              </a:lnSpc>
            </a:pPr>
            <a:r>
              <a:rPr lang="en-US" sz="2800" spc="194" dirty="0">
                <a:solidFill>
                  <a:srgbClr val="000000"/>
                </a:solidFill>
                <a:latin typeface="Alexandria" pitchFamily="2" charset="-78"/>
                <a:ea typeface="Canva Sans"/>
                <a:cs typeface="Alexandria" pitchFamily="2" charset="-78"/>
                <a:sym typeface="Canva Sans"/>
              </a:rPr>
              <a:t>Arial / Calibri : </a:t>
            </a:r>
            <a:r>
              <a:rPr lang="ar-EG" sz="2800" spc="194" dirty="0">
                <a:solidFill>
                  <a:srgbClr val="000000"/>
                </a:solidFill>
                <a:latin typeface="Alexandria" pitchFamily="2" charset="-78"/>
                <a:ea typeface="Canva Sans"/>
                <a:cs typeface="Alexandria" pitchFamily="2" charset="-78"/>
                <a:sym typeface="Canva Sans"/>
                <a:rtl/>
              </a:rPr>
              <a:t>خط إنجليزي</a:t>
            </a:r>
            <a:r>
              <a:rPr lang="en-US" sz="2800" spc="194" dirty="0">
                <a:solidFill>
                  <a:srgbClr val="000000"/>
                </a:solidFill>
                <a:latin typeface="Alexandria" pitchFamily="2" charset="-78"/>
                <a:ea typeface="Canva Sans"/>
                <a:cs typeface="Alexandria" pitchFamily="2" charset="-78"/>
                <a:sym typeface="Canva Sans"/>
              </a:rPr>
              <a:t> </a:t>
            </a:r>
          </a:p>
          <a:p>
            <a:pPr algn="ctr" rtl="1">
              <a:lnSpc>
                <a:spcPts val="6527"/>
              </a:lnSpc>
            </a:pPr>
            <a:r>
              <a:rPr lang="ar-EG" sz="2800" spc="194" dirty="0">
                <a:solidFill>
                  <a:srgbClr val="000000"/>
                </a:solidFill>
                <a:latin typeface="Alexandria" pitchFamily="2" charset="-78"/>
                <a:ea typeface="Canva Sans"/>
                <a:cs typeface="Alexandria" pitchFamily="2" charset="-78"/>
                <a:sym typeface="Canva Sans"/>
                <a:rtl/>
              </a:rPr>
              <a:t>حجم العناوين : </a:t>
            </a:r>
            <a:r>
              <a:rPr lang="en-US" sz="2800" spc="194" dirty="0">
                <a:solidFill>
                  <a:srgbClr val="000000"/>
                </a:solidFill>
                <a:latin typeface="Alexandria" pitchFamily="2" charset="-78"/>
                <a:ea typeface="Canva Sans"/>
                <a:cs typeface="Alexandria" pitchFamily="2" charset="-78"/>
                <a:sym typeface="Canva Sans"/>
              </a:rPr>
              <a:t>18</a:t>
            </a:r>
            <a:r>
              <a:rPr lang="ar-EG" sz="2800" spc="194" dirty="0">
                <a:solidFill>
                  <a:srgbClr val="000000"/>
                </a:solidFill>
                <a:latin typeface="Alexandria" pitchFamily="2" charset="-78"/>
                <a:ea typeface="Canva Sans"/>
                <a:cs typeface="Alexandria" pitchFamily="2" charset="-78"/>
                <a:sym typeface="Canva Sans"/>
                <a:rtl/>
              </a:rPr>
              <a:t>-</a:t>
            </a:r>
            <a:r>
              <a:rPr lang="en-US" sz="2800" spc="194" dirty="0">
                <a:solidFill>
                  <a:srgbClr val="000000"/>
                </a:solidFill>
                <a:latin typeface="Alexandria" pitchFamily="2" charset="-78"/>
                <a:ea typeface="Canva Sans"/>
                <a:cs typeface="Alexandria" pitchFamily="2" charset="-78"/>
                <a:sym typeface="Canva Sans"/>
              </a:rPr>
              <a:t>24</a:t>
            </a:r>
          </a:p>
          <a:p>
            <a:pPr algn="ctr" rtl="1">
              <a:lnSpc>
                <a:spcPts val="6527"/>
              </a:lnSpc>
            </a:pPr>
            <a:r>
              <a:rPr lang="ar-EG" sz="2800" spc="194" dirty="0">
                <a:solidFill>
                  <a:srgbClr val="000000"/>
                </a:solidFill>
                <a:latin typeface="Alexandria" pitchFamily="2" charset="-78"/>
                <a:ea typeface="Canva Sans"/>
                <a:cs typeface="Alexandria" pitchFamily="2" charset="-78"/>
                <a:sym typeface="Canva Sans"/>
                <a:rtl/>
              </a:rPr>
              <a:t>حجم النصوص :  </a:t>
            </a:r>
            <a:r>
              <a:rPr lang="en-US" sz="2800" spc="194" dirty="0">
                <a:solidFill>
                  <a:srgbClr val="000000"/>
                </a:solidFill>
                <a:latin typeface="Alexandria" pitchFamily="2" charset="-78"/>
                <a:ea typeface="Canva Sans"/>
                <a:cs typeface="Alexandria" pitchFamily="2" charset="-78"/>
                <a:sym typeface="Canva Sans"/>
              </a:rPr>
              <a:t>12</a:t>
            </a:r>
            <a:r>
              <a:rPr lang="ar-EG" sz="2800" spc="194" dirty="0">
                <a:solidFill>
                  <a:srgbClr val="000000"/>
                </a:solidFill>
                <a:latin typeface="Alexandria" pitchFamily="2" charset="-78"/>
                <a:ea typeface="Canva Sans"/>
                <a:cs typeface="Alexandria" pitchFamily="2" charset="-78"/>
                <a:sym typeface="Canva Sans"/>
                <a:rtl/>
              </a:rPr>
              <a:t>-</a:t>
            </a:r>
            <a:r>
              <a:rPr lang="en-US" sz="2800" spc="194" dirty="0">
                <a:solidFill>
                  <a:srgbClr val="000000"/>
                </a:solidFill>
                <a:latin typeface="Alexandria" pitchFamily="2" charset="-78"/>
                <a:ea typeface="Canva Sans"/>
                <a:cs typeface="Alexandria" pitchFamily="2" charset="-78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10005070"/>
            <a:ext cx="18288000" cy="281930"/>
            <a:chOff x="0" y="0"/>
            <a:chExt cx="5087161" cy="2263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87161" cy="226347"/>
            </a:xfrm>
            <a:custGeom>
              <a:avLst/>
              <a:gdLst/>
              <a:ahLst/>
              <a:cxnLst/>
              <a:rect l="l" t="t" r="r" b="b"/>
              <a:pathLst>
                <a:path w="5087161" h="226347">
                  <a:moveTo>
                    <a:pt x="0" y="0"/>
                  </a:moveTo>
                  <a:lnTo>
                    <a:pt x="5087161" y="0"/>
                  </a:lnTo>
                  <a:lnTo>
                    <a:pt x="5087161" y="226347"/>
                  </a:lnTo>
                  <a:lnTo>
                    <a:pt x="0" y="226347"/>
                  </a:lnTo>
                  <a:close/>
                </a:path>
              </a:pathLst>
            </a:custGeom>
            <a:gradFill rotWithShape="1">
              <a:gsLst>
                <a:gs pos="0">
                  <a:srgbClr val="360733">
                    <a:alpha val="98000"/>
                  </a:srgbClr>
                </a:gs>
                <a:gs pos="33333">
                  <a:srgbClr val="7C1540">
                    <a:alpha val="97000"/>
                  </a:srgbClr>
                </a:gs>
                <a:gs pos="66667">
                  <a:srgbClr val="9F1A47">
                    <a:alpha val="5600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ar-S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5087161" cy="207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3126377" y="-2712390"/>
            <a:ext cx="626002" cy="7629395"/>
            <a:chOff x="0" y="0"/>
            <a:chExt cx="156397" cy="19060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6397" cy="1906091"/>
            </a:xfrm>
            <a:custGeom>
              <a:avLst/>
              <a:gdLst/>
              <a:ahLst/>
              <a:cxnLst/>
              <a:rect l="l" t="t" r="r" b="b"/>
              <a:pathLst>
                <a:path w="156397" h="1906091">
                  <a:moveTo>
                    <a:pt x="0" y="0"/>
                  </a:moveTo>
                  <a:lnTo>
                    <a:pt x="156397" y="0"/>
                  </a:lnTo>
                  <a:lnTo>
                    <a:pt x="156397" y="1906091"/>
                  </a:lnTo>
                  <a:lnTo>
                    <a:pt x="0" y="1906091"/>
                  </a:lnTo>
                  <a:close/>
                </a:path>
              </a:pathLst>
            </a:custGeom>
            <a:gradFill rotWithShape="1">
              <a:gsLst>
                <a:gs pos="0">
                  <a:srgbClr val="360733">
                    <a:alpha val="22540"/>
                  </a:srgbClr>
                </a:gs>
                <a:gs pos="33333">
                  <a:srgbClr val="7C1540">
                    <a:alpha val="22310"/>
                  </a:srgbClr>
                </a:gs>
                <a:gs pos="66667">
                  <a:srgbClr val="9F1A47">
                    <a:alpha val="1288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ar-S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6397" cy="1944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5375" y="988937"/>
            <a:ext cx="6308006" cy="338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596"/>
              </a:lnSpc>
            </a:pPr>
            <a:r>
              <a:rPr lang="ar-EG" sz="2800" b="1" dirty="0" err="1">
                <a:solidFill>
                  <a:srgbClr val="000000"/>
                </a:solidFill>
                <a:latin typeface="Alexandria" pitchFamily="2" charset="-78"/>
                <a:ea typeface="Montserrat Bold"/>
                <a:cs typeface="Alexandria" pitchFamily="2" charset="-78"/>
                <a:sym typeface="Montserrat Bold"/>
                <a:rtl/>
              </a:rPr>
              <a:t>كليشة</a:t>
            </a:r>
            <a:r>
              <a:rPr lang="ar-EG" sz="2800" b="1" dirty="0">
                <a:solidFill>
                  <a:srgbClr val="000000"/>
                </a:solidFill>
                <a:latin typeface="Alexandria" pitchFamily="2" charset="-78"/>
                <a:ea typeface="Montserrat Bold"/>
                <a:cs typeface="Alexandria" pitchFamily="2" charset="-78"/>
                <a:sym typeface="Montserrat Bold"/>
                <a:rtl/>
              </a:rPr>
              <a:t> الخطابات </a:t>
            </a:r>
            <a:r>
              <a:rPr lang="en-US" sz="2800" b="1" dirty="0">
                <a:solidFill>
                  <a:srgbClr val="000000"/>
                </a:solidFill>
                <a:latin typeface="Alexandria" pitchFamily="2" charset="-78"/>
                <a:ea typeface="Montserrat Bold"/>
                <a:cs typeface="Alexandria" pitchFamily="2" charset="-78"/>
                <a:sym typeface="Montserrat Bold"/>
              </a:rPr>
              <a:t>Letterhead</a:t>
            </a:r>
          </a:p>
        </p:txBody>
      </p:sp>
      <p:sp>
        <p:nvSpPr>
          <p:cNvPr id="9" name="Freeform 9"/>
          <p:cNvSpPr/>
          <p:nvPr/>
        </p:nvSpPr>
        <p:spPr>
          <a:xfrm>
            <a:off x="10686922" y="2072055"/>
            <a:ext cx="5504912" cy="7780795"/>
          </a:xfrm>
          <a:custGeom>
            <a:avLst/>
            <a:gdLst/>
            <a:ahLst/>
            <a:cxnLst/>
            <a:rect l="l" t="t" r="r" b="b"/>
            <a:pathLst>
              <a:path w="5504912" h="7780795">
                <a:moveTo>
                  <a:pt x="0" y="0"/>
                </a:moveTo>
                <a:lnTo>
                  <a:pt x="5504912" y="0"/>
                </a:lnTo>
                <a:lnTo>
                  <a:pt x="5504912" y="7780795"/>
                </a:lnTo>
                <a:lnTo>
                  <a:pt x="0" y="7780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ar-SA"/>
          </a:p>
        </p:txBody>
      </p:sp>
      <p:grpSp>
        <p:nvGrpSpPr>
          <p:cNvPr id="10" name="Group 10"/>
          <p:cNvGrpSpPr/>
          <p:nvPr/>
        </p:nvGrpSpPr>
        <p:grpSpPr>
          <a:xfrm>
            <a:off x="1028700" y="3080623"/>
            <a:ext cx="7220069" cy="4125754"/>
            <a:chOff x="0" y="0"/>
            <a:chExt cx="9626759" cy="5501005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9626759" cy="5501005"/>
              <a:chOff x="0" y="0"/>
              <a:chExt cx="1901582" cy="108661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901582" cy="1086618"/>
              </a:xfrm>
              <a:custGeom>
                <a:avLst/>
                <a:gdLst/>
                <a:ahLst/>
                <a:cxnLst/>
                <a:rect l="l" t="t" r="r" b="b"/>
                <a:pathLst>
                  <a:path w="1901582" h="1086618">
                    <a:moveTo>
                      <a:pt x="0" y="0"/>
                    </a:moveTo>
                    <a:lnTo>
                      <a:pt x="1901582" y="0"/>
                    </a:lnTo>
                    <a:lnTo>
                      <a:pt x="1901582" y="1086618"/>
                    </a:lnTo>
                    <a:lnTo>
                      <a:pt x="0" y="108661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1901582" cy="1124718"/>
              </a:xfrm>
              <a:prstGeom prst="rect">
                <a:avLst/>
              </a:prstGeom>
            </p:spPr>
            <p:txBody>
              <a:bodyPr lIns="76584" tIns="76584" rIns="76584" bIns="76584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0"/>
              <a:ext cx="4568970" cy="5273232"/>
              <a:chOff x="0" y="0"/>
              <a:chExt cx="2250291" cy="259715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250291" cy="2597151"/>
              </a:xfrm>
              <a:custGeom>
                <a:avLst/>
                <a:gdLst/>
                <a:ahLst/>
                <a:cxnLst/>
                <a:rect l="l" t="t" r="r" b="b"/>
                <a:pathLst>
                  <a:path w="2250291" h="2597151">
                    <a:moveTo>
                      <a:pt x="0" y="0"/>
                    </a:moveTo>
                    <a:lnTo>
                      <a:pt x="2250291" y="0"/>
                    </a:lnTo>
                    <a:lnTo>
                      <a:pt x="2250291" y="2597151"/>
                    </a:lnTo>
                    <a:lnTo>
                      <a:pt x="0" y="259715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60733">
                      <a:alpha val="97020"/>
                    </a:srgbClr>
                  </a:gs>
                  <a:gs pos="33333">
                    <a:srgbClr val="7C1540">
                      <a:alpha val="96030"/>
                    </a:srgbClr>
                  </a:gs>
                  <a:gs pos="66667">
                    <a:srgbClr val="9F1A47">
                      <a:alpha val="55440"/>
                    </a:srgbClr>
                  </a:gs>
                  <a:gs pos="100000">
                    <a:srgbClr val="9D1A46">
                      <a:alpha val="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9525"/>
                <a:ext cx="2250291" cy="2606676"/>
              </a:xfrm>
              <a:prstGeom prst="rect">
                <a:avLst/>
              </a:prstGeom>
            </p:spPr>
            <p:txBody>
              <a:bodyPr lIns="175536" tIns="175536" rIns="175536" bIns="175536" rtlCol="0" anchor="ctr"/>
              <a:lstStyle/>
              <a:p>
                <a:pPr algn="ctr">
                  <a:lnSpc>
                    <a:spcPts val="42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7" name="Freeform 17"/>
            <p:cNvSpPr/>
            <p:nvPr/>
          </p:nvSpPr>
          <p:spPr>
            <a:xfrm flipH="1">
              <a:off x="4083912" y="766794"/>
              <a:ext cx="485058" cy="1712966"/>
            </a:xfrm>
            <a:custGeom>
              <a:avLst/>
              <a:gdLst/>
              <a:ahLst/>
              <a:cxnLst/>
              <a:rect l="l" t="t" r="r" b="b"/>
              <a:pathLst>
                <a:path w="485058" h="1712966">
                  <a:moveTo>
                    <a:pt x="485058" y="0"/>
                  </a:moveTo>
                  <a:lnTo>
                    <a:pt x="0" y="0"/>
                  </a:lnTo>
                  <a:lnTo>
                    <a:pt x="0" y="1712966"/>
                  </a:lnTo>
                  <a:lnTo>
                    <a:pt x="485058" y="1712966"/>
                  </a:lnTo>
                  <a:lnTo>
                    <a:pt x="485058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sp>
          <p:nvSpPr>
            <p:cNvPr id="18" name="Freeform 18"/>
            <p:cNvSpPr/>
            <p:nvPr/>
          </p:nvSpPr>
          <p:spPr>
            <a:xfrm flipH="1">
              <a:off x="4083912" y="3021245"/>
              <a:ext cx="485058" cy="1712966"/>
            </a:xfrm>
            <a:custGeom>
              <a:avLst/>
              <a:gdLst/>
              <a:ahLst/>
              <a:cxnLst/>
              <a:rect l="l" t="t" r="r" b="b"/>
              <a:pathLst>
                <a:path w="485058" h="1712966">
                  <a:moveTo>
                    <a:pt x="485058" y="0"/>
                  </a:moveTo>
                  <a:lnTo>
                    <a:pt x="0" y="0"/>
                  </a:lnTo>
                  <a:lnTo>
                    <a:pt x="0" y="1712966"/>
                  </a:lnTo>
                  <a:lnTo>
                    <a:pt x="485058" y="1712966"/>
                  </a:lnTo>
                  <a:lnTo>
                    <a:pt x="485058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4083912" y="1037536"/>
              <a:ext cx="970116" cy="3425933"/>
            </a:xfrm>
            <a:custGeom>
              <a:avLst/>
              <a:gdLst/>
              <a:ahLst/>
              <a:cxnLst/>
              <a:rect l="l" t="t" r="r" b="b"/>
              <a:pathLst>
                <a:path w="970116" h="3425933">
                  <a:moveTo>
                    <a:pt x="0" y="0"/>
                  </a:moveTo>
                  <a:lnTo>
                    <a:pt x="970115" y="0"/>
                  </a:lnTo>
                  <a:lnTo>
                    <a:pt x="970115" y="3425933"/>
                  </a:lnTo>
                  <a:lnTo>
                    <a:pt x="0" y="3425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5318766" y="2342825"/>
              <a:ext cx="3764928" cy="0"/>
            </a:xfrm>
            <a:prstGeom prst="line">
              <a:avLst/>
            </a:prstGeom>
            <a:ln w="58970" cap="rnd">
              <a:gradFill>
                <a:gsLst>
                  <a:gs pos="0">
                    <a:srgbClr val="360733">
                      <a:alpha val="19600"/>
                    </a:srgbClr>
                  </a:gs>
                  <a:gs pos="33333">
                    <a:srgbClr val="7C1540">
                      <a:alpha val="19400"/>
                    </a:srgbClr>
                  </a:gs>
                  <a:gs pos="66667">
                    <a:srgbClr val="9F1A47">
                      <a:alpha val="11200"/>
                    </a:srgbClr>
                  </a:gs>
                  <a:gs pos="100000">
                    <a:srgbClr val="9D1A46">
                      <a:alpha val="0"/>
                    </a:srgbClr>
                  </a:gs>
                </a:gsLst>
                <a:lin ang="270000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5318766" y="3158180"/>
              <a:ext cx="3764928" cy="0"/>
            </a:xfrm>
            <a:prstGeom prst="line">
              <a:avLst/>
            </a:prstGeom>
            <a:ln w="58970" cap="rnd">
              <a:gradFill>
                <a:gsLst>
                  <a:gs pos="0">
                    <a:srgbClr val="360733">
                      <a:alpha val="19600"/>
                    </a:srgbClr>
                  </a:gs>
                  <a:gs pos="33333">
                    <a:srgbClr val="7C1540">
                      <a:alpha val="19400"/>
                    </a:srgbClr>
                  </a:gs>
                  <a:gs pos="66667">
                    <a:srgbClr val="9F1A47">
                      <a:alpha val="11200"/>
                    </a:srgbClr>
                  </a:gs>
                  <a:gs pos="100000">
                    <a:srgbClr val="9D1A46">
                      <a:alpha val="0"/>
                    </a:srgbClr>
                  </a:gs>
                </a:gsLst>
                <a:lin ang="270000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4435500" y="1751999"/>
              <a:ext cx="266940" cy="366298"/>
            </a:xfrm>
            <a:custGeom>
              <a:avLst/>
              <a:gdLst/>
              <a:ahLst/>
              <a:cxnLst/>
              <a:rect l="l" t="t" r="r" b="b"/>
              <a:pathLst>
                <a:path w="266940" h="366298">
                  <a:moveTo>
                    <a:pt x="0" y="0"/>
                  </a:moveTo>
                  <a:lnTo>
                    <a:pt x="266940" y="0"/>
                  </a:lnTo>
                  <a:lnTo>
                    <a:pt x="266940" y="366298"/>
                  </a:lnTo>
                  <a:lnTo>
                    <a:pt x="0" y="366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4375417" y="3382707"/>
              <a:ext cx="387105" cy="366298"/>
            </a:xfrm>
            <a:custGeom>
              <a:avLst/>
              <a:gdLst/>
              <a:ahLst/>
              <a:cxnLst/>
              <a:rect l="l" t="t" r="r" b="b"/>
              <a:pathLst>
                <a:path w="387105" h="366298">
                  <a:moveTo>
                    <a:pt x="0" y="0"/>
                  </a:moveTo>
                  <a:lnTo>
                    <a:pt x="387105" y="0"/>
                  </a:lnTo>
                  <a:lnTo>
                    <a:pt x="387105" y="366299"/>
                  </a:lnTo>
                  <a:lnTo>
                    <a:pt x="0" y="366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1322199" y="2697929"/>
              <a:ext cx="1735855" cy="1735855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1"/>
                <a:stretch>
                  <a:fillRect l="-9990" t="-84617" r="-10818" b="-77298"/>
                </a:stretch>
              </a:blipFill>
            </p:spPr>
            <p:txBody>
              <a:bodyPr/>
              <a:lstStyle/>
              <a:p>
                <a:endParaRPr lang="ar-SA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0" y="5273232"/>
              <a:ext cx="9626759" cy="227773"/>
              <a:chOff x="0" y="0"/>
              <a:chExt cx="5087161" cy="12036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087161" cy="120364"/>
              </a:xfrm>
              <a:custGeom>
                <a:avLst/>
                <a:gdLst/>
                <a:ahLst/>
                <a:cxnLst/>
                <a:rect l="l" t="t" r="r" b="b"/>
                <a:pathLst>
                  <a:path w="5087161" h="120364">
                    <a:moveTo>
                      <a:pt x="0" y="0"/>
                    </a:moveTo>
                    <a:lnTo>
                      <a:pt x="5087161" y="0"/>
                    </a:lnTo>
                    <a:lnTo>
                      <a:pt x="5087161" y="120364"/>
                    </a:lnTo>
                    <a:lnTo>
                      <a:pt x="0" y="12036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60733">
                      <a:alpha val="98000"/>
                    </a:srgbClr>
                  </a:gs>
                  <a:gs pos="33333">
                    <a:srgbClr val="7C1540">
                      <a:alpha val="97000"/>
                    </a:srgbClr>
                  </a:gs>
                  <a:gs pos="66667">
                    <a:srgbClr val="9F1A47">
                      <a:alpha val="56000"/>
                    </a:srgbClr>
                  </a:gs>
                  <a:gs pos="100000">
                    <a:srgbClr val="9D1A46">
                      <a:alpha val="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0"/>
                <a:ext cx="5087161" cy="120364"/>
              </a:xfrm>
              <a:prstGeom prst="rect">
                <a:avLst/>
              </a:prstGeom>
            </p:spPr>
            <p:txBody>
              <a:bodyPr lIns="28627" tIns="28627" rIns="28627" bIns="28627" rtlCol="0" anchor="ctr"/>
              <a:lstStyle/>
              <a:p>
                <a:pPr algn="ctr">
                  <a:lnSpc>
                    <a:spcPts val="437"/>
                  </a:lnSpc>
                </a:pPr>
                <a:endParaRPr/>
              </a:p>
            </p:txBody>
          </p:sp>
        </p:grpSp>
        <p:sp>
          <p:nvSpPr>
            <p:cNvPr id="29" name="AutoShape 29"/>
            <p:cNvSpPr/>
            <p:nvPr/>
          </p:nvSpPr>
          <p:spPr>
            <a:xfrm>
              <a:off x="1791928" y="2117058"/>
              <a:ext cx="781684" cy="0"/>
            </a:xfrm>
            <a:prstGeom prst="line">
              <a:avLst/>
            </a:prstGeom>
            <a:ln w="58970" cap="flat">
              <a:gradFill>
                <a:gsLst>
                  <a:gs pos="0">
                    <a:srgbClr val="360733">
                      <a:alpha val="98000"/>
                    </a:srgbClr>
                  </a:gs>
                  <a:gs pos="33333">
                    <a:srgbClr val="7C1540">
                      <a:alpha val="97000"/>
                    </a:srgbClr>
                  </a:gs>
                  <a:gs pos="66667">
                    <a:srgbClr val="9F1A47">
                      <a:alpha val="56000"/>
                    </a:srgbClr>
                  </a:gs>
                  <a:gs pos="100000">
                    <a:srgbClr val="9D1A46">
                      <a:alpha val="0"/>
                    </a:srgbClr>
                  </a:gs>
                </a:gsLst>
                <a:lin ang="270000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4375417" y="2624211"/>
              <a:ext cx="375999" cy="252582"/>
            </a:xfrm>
            <a:custGeom>
              <a:avLst/>
              <a:gdLst/>
              <a:ahLst/>
              <a:cxnLst/>
              <a:rect l="l" t="t" r="r" b="b"/>
              <a:pathLst>
                <a:path w="375999" h="252582">
                  <a:moveTo>
                    <a:pt x="0" y="0"/>
                  </a:moveTo>
                  <a:lnTo>
                    <a:pt x="375999" y="0"/>
                  </a:lnTo>
                  <a:lnTo>
                    <a:pt x="375999" y="252583"/>
                  </a:lnTo>
                  <a:lnTo>
                    <a:pt x="0" y="252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SA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18766" y="2507877"/>
              <a:ext cx="3858070" cy="4185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7"/>
                </a:lnSpc>
              </a:pPr>
              <a:r>
                <a:rPr lang="en-US" sz="1833">
                  <a:solidFill>
                    <a:srgbClr val="000000"/>
                  </a:solidFill>
                  <a:latin typeface="Futura Light"/>
                  <a:ea typeface="Futura Light"/>
                  <a:cs typeface="Futura Light"/>
                  <a:sym typeface="Futura Light"/>
                </a:rPr>
                <a:t>asad@gmail.com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51416" y="3323232"/>
              <a:ext cx="2979216" cy="3020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 rtl="1">
                <a:lnSpc>
                  <a:spcPts val="1935"/>
                </a:lnSpc>
              </a:pPr>
              <a:r>
                <a:rPr lang="ar-EG" sz="1200" dirty="0">
                  <a:solidFill>
                    <a:srgbClr val="000000"/>
                  </a:solidFill>
                  <a:latin typeface="Alexandria" pitchFamily="2" charset="-78"/>
                  <a:ea typeface="Droid Arabic Kufi"/>
                  <a:cs typeface="Alexandria" pitchFamily="2" charset="-78"/>
                  <a:sym typeface="Droid Arabic Kufi"/>
                  <a:rtl/>
                </a:rPr>
                <a:t>المدينة المنورة - حي الفتح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18766" y="1692523"/>
              <a:ext cx="3858070" cy="4185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7"/>
                </a:lnSpc>
              </a:pPr>
              <a:r>
                <a:rPr lang="en-US" sz="1833">
                  <a:solidFill>
                    <a:srgbClr val="000000"/>
                  </a:solidFill>
                  <a:latin typeface="Futura Light"/>
                  <a:ea typeface="Futura Light"/>
                  <a:cs typeface="Futura Light"/>
                  <a:sym typeface="Futura Light"/>
                </a:rPr>
                <a:t>+966 56 776 7016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3613" y="747744"/>
              <a:ext cx="3278313" cy="6673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1545"/>
                </a:lnSpc>
              </a:pPr>
              <a:r>
                <a:rPr lang="ar-EG" sz="1050" dirty="0">
                  <a:solidFill>
                    <a:srgbClr val="FFFFFF"/>
                  </a:solidFill>
                  <a:latin typeface="Alexandria" pitchFamily="2" charset="-78"/>
                  <a:ea typeface="Droid Arabic Kufi"/>
                  <a:cs typeface="Alexandria" pitchFamily="2" charset="-78"/>
                  <a:sym typeface="Droid Arabic Kufi"/>
                  <a:rtl/>
                </a:rPr>
                <a:t>المدير التنفيذي :</a:t>
              </a:r>
            </a:p>
            <a:p>
              <a:pPr algn="ctr" rtl="1">
                <a:lnSpc>
                  <a:spcPts val="2567"/>
                </a:lnSpc>
              </a:pPr>
              <a:r>
                <a:rPr lang="ar-EG" sz="1600" dirty="0">
                  <a:solidFill>
                    <a:srgbClr val="FFFFFF"/>
                  </a:solidFill>
                  <a:latin typeface="Alexandria" pitchFamily="2" charset="-78"/>
                  <a:ea typeface="Droid Arabic Kufi"/>
                  <a:cs typeface="Alexandria" pitchFamily="2" charset="-78"/>
                  <a:sym typeface="Droid Arabic Kufi"/>
                  <a:rtl/>
                </a:rPr>
                <a:t>أسعد فريد دقل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22199" y="1490769"/>
              <a:ext cx="1721142" cy="3111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52"/>
                </a:lnSpc>
              </a:pPr>
              <a:r>
                <a:rPr lang="en-US" sz="1323">
                  <a:solidFill>
                    <a:srgbClr val="FFFFFF"/>
                  </a:solidFill>
                  <a:latin typeface="Futura Light"/>
                  <a:ea typeface="Futura Light"/>
                  <a:cs typeface="Futura Light"/>
                  <a:sym typeface="Futura Light"/>
                </a:rPr>
                <a:t>Asad freed dagal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-247639" y="855586"/>
            <a:ext cx="8262927" cy="626002"/>
            <a:chOff x="1" y="-1"/>
            <a:chExt cx="11017236" cy="834669"/>
          </a:xfrm>
        </p:grpSpPr>
        <p:grpSp>
          <p:nvGrpSpPr>
            <p:cNvPr id="37" name="Group 37"/>
            <p:cNvGrpSpPr/>
            <p:nvPr/>
          </p:nvGrpSpPr>
          <p:grpSpPr>
            <a:xfrm rot="5400000">
              <a:off x="5091284" y="-5091284"/>
              <a:ext cx="834669" cy="11017236"/>
              <a:chOff x="0" y="0"/>
              <a:chExt cx="156397" cy="206437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56397" cy="2064370"/>
              </a:xfrm>
              <a:custGeom>
                <a:avLst/>
                <a:gdLst/>
                <a:ahLst/>
                <a:cxnLst/>
                <a:rect l="l" t="t" r="r" b="b"/>
                <a:pathLst>
                  <a:path w="156397" h="2064370">
                    <a:moveTo>
                      <a:pt x="0" y="0"/>
                    </a:moveTo>
                    <a:lnTo>
                      <a:pt x="156397" y="0"/>
                    </a:lnTo>
                    <a:lnTo>
                      <a:pt x="156397" y="2064370"/>
                    </a:lnTo>
                    <a:lnTo>
                      <a:pt x="0" y="206437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60733">
                      <a:alpha val="22540"/>
                    </a:srgbClr>
                  </a:gs>
                  <a:gs pos="33333">
                    <a:srgbClr val="7C1540">
                      <a:alpha val="22310"/>
                    </a:srgbClr>
                  </a:gs>
                  <a:gs pos="66667">
                    <a:srgbClr val="9F1A47">
                      <a:alpha val="12880"/>
                    </a:srgbClr>
                  </a:gs>
                  <a:gs pos="100000">
                    <a:srgbClr val="9D1A46">
                      <a:alpha val="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ar-SA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156397" cy="21024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2177536" y="221724"/>
              <a:ext cx="7600261" cy="4517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rtl="1">
                <a:lnSpc>
                  <a:spcPts val="2596"/>
                </a:lnSpc>
              </a:pPr>
              <a:r>
                <a:rPr lang="ar-EG" sz="2800" b="1" dirty="0">
                  <a:solidFill>
                    <a:srgbClr val="000000"/>
                  </a:solidFill>
                  <a:latin typeface="Alexandria" pitchFamily="2" charset="-78"/>
                  <a:ea typeface="Montserrat Bold"/>
                  <a:cs typeface="Alexandria" pitchFamily="2" charset="-78"/>
                  <a:sym typeface="Montserrat Bold"/>
                  <a:rtl/>
                </a:rPr>
                <a:t>البطاقات </a:t>
              </a:r>
              <a:r>
                <a:rPr lang="en-US" sz="2800" b="1" dirty="0">
                  <a:solidFill>
                    <a:srgbClr val="000000"/>
                  </a:solidFill>
                  <a:latin typeface="Alexandria" pitchFamily="2" charset="-78"/>
                  <a:ea typeface="Montserrat Bold"/>
                  <a:cs typeface="Alexandria" pitchFamily="2" charset="-78"/>
                  <a:sym typeface="Montserrat Bold"/>
                </a:rPr>
                <a:t>Business card</a:t>
              </a:r>
            </a:p>
          </p:txBody>
        </p:sp>
      </p:grpSp>
      <p:sp>
        <p:nvSpPr>
          <p:cNvPr id="41" name="AutoShape 41"/>
          <p:cNvSpPr/>
          <p:nvPr/>
        </p:nvSpPr>
        <p:spPr>
          <a:xfrm flipH="1">
            <a:off x="9144000" y="0"/>
            <a:ext cx="0" cy="9908908"/>
          </a:xfrm>
          <a:prstGeom prst="line">
            <a:avLst/>
          </a:prstGeom>
          <a:ln w="28575" cap="flat">
            <a:gradFill>
              <a:gsLst>
                <a:gs pos="0">
                  <a:srgbClr val="7C1540">
                    <a:alpha val="97000"/>
                  </a:srgbClr>
                </a:gs>
                <a:gs pos="50000">
                  <a:srgbClr val="9F1A47">
                    <a:alpha val="5600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10005069"/>
            <a:ext cx="18288000" cy="281931"/>
            <a:chOff x="0" y="0"/>
            <a:chExt cx="5087161" cy="2263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87161" cy="226347"/>
            </a:xfrm>
            <a:custGeom>
              <a:avLst/>
              <a:gdLst/>
              <a:ahLst/>
              <a:cxnLst/>
              <a:rect l="l" t="t" r="r" b="b"/>
              <a:pathLst>
                <a:path w="5087161" h="226347">
                  <a:moveTo>
                    <a:pt x="0" y="0"/>
                  </a:moveTo>
                  <a:lnTo>
                    <a:pt x="5087161" y="0"/>
                  </a:lnTo>
                  <a:lnTo>
                    <a:pt x="5087161" y="226347"/>
                  </a:lnTo>
                  <a:lnTo>
                    <a:pt x="0" y="226347"/>
                  </a:lnTo>
                  <a:close/>
                </a:path>
              </a:pathLst>
            </a:custGeom>
            <a:gradFill rotWithShape="1">
              <a:gsLst>
                <a:gs pos="0">
                  <a:srgbClr val="360733">
                    <a:alpha val="98000"/>
                  </a:srgbClr>
                </a:gs>
                <a:gs pos="33333">
                  <a:srgbClr val="7C1540">
                    <a:alpha val="97000"/>
                  </a:srgbClr>
                </a:gs>
                <a:gs pos="66667">
                  <a:srgbClr val="9F1A47">
                    <a:alpha val="5600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ar-S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5087161" cy="207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5005414" y="1860915"/>
            <a:ext cx="626002" cy="5939169"/>
            <a:chOff x="0" y="0"/>
            <a:chExt cx="156397" cy="19060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6397" cy="1906091"/>
            </a:xfrm>
            <a:custGeom>
              <a:avLst/>
              <a:gdLst/>
              <a:ahLst/>
              <a:cxnLst/>
              <a:rect l="l" t="t" r="r" b="b"/>
              <a:pathLst>
                <a:path w="156397" h="1906091">
                  <a:moveTo>
                    <a:pt x="0" y="0"/>
                  </a:moveTo>
                  <a:lnTo>
                    <a:pt x="156397" y="0"/>
                  </a:lnTo>
                  <a:lnTo>
                    <a:pt x="156397" y="1906091"/>
                  </a:lnTo>
                  <a:lnTo>
                    <a:pt x="0" y="1906091"/>
                  </a:lnTo>
                  <a:close/>
                </a:path>
              </a:pathLst>
            </a:custGeom>
            <a:gradFill rotWithShape="1">
              <a:gsLst>
                <a:gs pos="0">
                  <a:srgbClr val="360733">
                    <a:alpha val="22540"/>
                  </a:srgbClr>
                </a:gs>
                <a:gs pos="33333">
                  <a:srgbClr val="7C1540">
                    <a:alpha val="22310"/>
                  </a:srgbClr>
                </a:gs>
                <a:gs pos="66667">
                  <a:srgbClr val="9F1A47">
                    <a:alpha val="1288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ar-S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6397" cy="1944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48341" y="5201045"/>
            <a:ext cx="10567368" cy="4613112"/>
          </a:xfrm>
          <a:custGeom>
            <a:avLst/>
            <a:gdLst/>
            <a:ahLst/>
            <a:cxnLst/>
            <a:rect l="l" t="t" r="r" b="b"/>
            <a:pathLst>
              <a:path w="10567368" h="4613112">
                <a:moveTo>
                  <a:pt x="0" y="0"/>
                </a:moveTo>
                <a:lnTo>
                  <a:pt x="10567368" y="0"/>
                </a:lnTo>
                <a:lnTo>
                  <a:pt x="10567368" y="4613112"/>
                </a:lnTo>
                <a:lnTo>
                  <a:pt x="0" y="46131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" r="-135" b="-463"/>
            </a:stretch>
          </a:blipFill>
        </p:spPr>
        <p:txBody>
          <a:bodyPr/>
          <a:lstStyle/>
          <a:p>
            <a:endParaRPr lang="ar-SA"/>
          </a:p>
        </p:txBody>
      </p:sp>
      <p:grpSp>
        <p:nvGrpSpPr>
          <p:cNvPr id="9" name="Group 9"/>
          <p:cNvGrpSpPr/>
          <p:nvPr/>
        </p:nvGrpSpPr>
        <p:grpSpPr>
          <a:xfrm>
            <a:off x="1348341" y="340283"/>
            <a:ext cx="10567368" cy="4613112"/>
            <a:chOff x="0" y="0"/>
            <a:chExt cx="8080186" cy="35273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080186" cy="3527350"/>
            </a:xfrm>
            <a:custGeom>
              <a:avLst/>
              <a:gdLst/>
              <a:ahLst/>
              <a:cxnLst/>
              <a:rect l="l" t="t" r="r" b="b"/>
              <a:pathLst>
                <a:path w="8080186" h="3527350">
                  <a:moveTo>
                    <a:pt x="0" y="0"/>
                  </a:moveTo>
                  <a:lnTo>
                    <a:pt x="8080186" y="0"/>
                  </a:lnTo>
                  <a:lnTo>
                    <a:pt x="8080186" y="3527350"/>
                  </a:lnTo>
                  <a:lnTo>
                    <a:pt x="0" y="3527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8080186" cy="3546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9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1348341" y="340283"/>
            <a:ext cx="10567368" cy="2306556"/>
            <a:chOff x="0" y="0"/>
            <a:chExt cx="2783175" cy="6074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83175" cy="607488"/>
            </a:xfrm>
            <a:custGeom>
              <a:avLst/>
              <a:gdLst/>
              <a:ahLst/>
              <a:cxnLst/>
              <a:rect l="l" t="t" r="r" b="b"/>
              <a:pathLst>
                <a:path w="2783175" h="607488">
                  <a:moveTo>
                    <a:pt x="1391588" y="0"/>
                  </a:moveTo>
                  <a:lnTo>
                    <a:pt x="2783175" y="607488"/>
                  </a:lnTo>
                  <a:lnTo>
                    <a:pt x="0" y="607488"/>
                  </a:lnTo>
                  <a:lnTo>
                    <a:pt x="139158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S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4871" y="243948"/>
              <a:ext cx="1913433" cy="320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2253100" y="340283"/>
            <a:ext cx="3707239" cy="4634048"/>
          </a:xfrm>
          <a:custGeom>
            <a:avLst/>
            <a:gdLst/>
            <a:ahLst/>
            <a:cxnLst/>
            <a:rect l="l" t="t" r="r" b="b"/>
            <a:pathLst>
              <a:path w="3707239" h="4634048">
                <a:moveTo>
                  <a:pt x="0" y="0"/>
                </a:moveTo>
                <a:lnTo>
                  <a:pt x="3707239" y="0"/>
                </a:lnTo>
                <a:lnTo>
                  <a:pt x="3707239" y="4634048"/>
                </a:lnTo>
                <a:lnTo>
                  <a:pt x="0" y="46340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16" name="Freeform 16"/>
          <p:cNvSpPr/>
          <p:nvPr/>
        </p:nvSpPr>
        <p:spPr>
          <a:xfrm>
            <a:off x="1348341" y="2629014"/>
            <a:ext cx="1859504" cy="2324381"/>
          </a:xfrm>
          <a:custGeom>
            <a:avLst/>
            <a:gdLst/>
            <a:ahLst/>
            <a:cxnLst/>
            <a:rect l="l" t="t" r="r" b="b"/>
            <a:pathLst>
              <a:path w="1859504" h="2324381">
                <a:moveTo>
                  <a:pt x="0" y="0"/>
                </a:moveTo>
                <a:lnTo>
                  <a:pt x="1859504" y="0"/>
                </a:lnTo>
                <a:lnTo>
                  <a:pt x="1859504" y="2324381"/>
                </a:lnTo>
                <a:lnTo>
                  <a:pt x="0" y="23243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17" name="Freeform 17"/>
          <p:cNvSpPr/>
          <p:nvPr/>
        </p:nvSpPr>
        <p:spPr>
          <a:xfrm>
            <a:off x="3060070" y="340281"/>
            <a:ext cx="2109905" cy="658891"/>
          </a:xfrm>
          <a:custGeom>
            <a:avLst/>
            <a:gdLst/>
            <a:ahLst/>
            <a:cxnLst/>
            <a:rect l="l" t="t" r="r" b="b"/>
            <a:pathLst>
              <a:path w="2109905" h="2637381">
                <a:moveTo>
                  <a:pt x="0" y="0"/>
                </a:moveTo>
                <a:lnTo>
                  <a:pt x="2109905" y="0"/>
                </a:lnTo>
                <a:lnTo>
                  <a:pt x="2109905" y="2637381"/>
                </a:lnTo>
                <a:lnTo>
                  <a:pt x="0" y="26373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00276"/>
            </a:stretch>
          </a:blipFill>
        </p:spPr>
        <p:txBody>
          <a:bodyPr/>
          <a:lstStyle/>
          <a:p>
            <a:endParaRPr lang="ar-SA"/>
          </a:p>
        </p:txBody>
      </p:sp>
      <p:sp>
        <p:nvSpPr>
          <p:cNvPr id="21" name="TextBox 21"/>
          <p:cNvSpPr txBox="1"/>
          <p:nvPr/>
        </p:nvSpPr>
        <p:spPr>
          <a:xfrm>
            <a:off x="12820468" y="4686300"/>
            <a:ext cx="6308006" cy="338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596"/>
              </a:lnSpc>
            </a:pPr>
            <a:r>
              <a:rPr lang="ar-EG" sz="2800" b="1" dirty="0">
                <a:solidFill>
                  <a:srgbClr val="000000"/>
                </a:solidFill>
                <a:latin typeface="Alexandria" pitchFamily="2" charset="-78"/>
                <a:ea typeface="Montserrat Bold"/>
                <a:cs typeface="Alexandria" pitchFamily="2" charset="-78"/>
                <a:sym typeface="Montserrat Bold"/>
                <a:rtl/>
              </a:rPr>
              <a:t>تصميم ظرف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10005069"/>
            <a:ext cx="18288000" cy="281931"/>
            <a:chOff x="0" y="0"/>
            <a:chExt cx="5087161" cy="2263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87161" cy="226347"/>
            </a:xfrm>
            <a:custGeom>
              <a:avLst/>
              <a:gdLst/>
              <a:ahLst/>
              <a:cxnLst/>
              <a:rect l="l" t="t" r="r" b="b"/>
              <a:pathLst>
                <a:path w="5087161" h="226347">
                  <a:moveTo>
                    <a:pt x="0" y="0"/>
                  </a:moveTo>
                  <a:lnTo>
                    <a:pt x="5087161" y="0"/>
                  </a:lnTo>
                  <a:lnTo>
                    <a:pt x="5087161" y="226347"/>
                  </a:lnTo>
                  <a:lnTo>
                    <a:pt x="0" y="226347"/>
                  </a:lnTo>
                  <a:close/>
                </a:path>
              </a:pathLst>
            </a:custGeom>
            <a:gradFill rotWithShape="1">
              <a:gsLst>
                <a:gs pos="0">
                  <a:srgbClr val="360733">
                    <a:alpha val="98000"/>
                  </a:srgbClr>
                </a:gs>
                <a:gs pos="33333">
                  <a:srgbClr val="7C1540">
                    <a:alpha val="97000"/>
                  </a:srgbClr>
                </a:gs>
                <a:gs pos="66667">
                  <a:srgbClr val="9F1A47">
                    <a:alpha val="5600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ar-S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5087161" cy="207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4424209" y="1377723"/>
            <a:ext cx="626002" cy="7101579"/>
            <a:chOff x="0" y="0"/>
            <a:chExt cx="156397" cy="19060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6397" cy="1906091"/>
            </a:xfrm>
            <a:custGeom>
              <a:avLst/>
              <a:gdLst/>
              <a:ahLst/>
              <a:cxnLst/>
              <a:rect l="l" t="t" r="r" b="b"/>
              <a:pathLst>
                <a:path w="156397" h="1906091">
                  <a:moveTo>
                    <a:pt x="0" y="0"/>
                  </a:moveTo>
                  <a:lnTo>
                    <a:pt x="156397" y="0"/>
                  </a:lnTo>
                  <a:lnTo>
                    <a:pt x="156397" y="1906091"/>
                  </a:lnTo>
                  <a:lnTo>
                    <a:pt x="0" y="1906091"/>
                  </a:lnTo>
                  <a:close/>
                </a:path>
              </a:pathLst>
            </a:custGeom>
            <a:gradFill rotWithShape="1">
              <a:gsLst>
                <a:gs pos="0">
                  <a:srgbClr val="360733">
                    <a:alpha val="22540"/>
                  </a:srgbClr>
                </a:gs>
                <a:gs pos="33333">
                  <a:srgbClr val="7C1540">
                    <a:alpha val="22310"/>
                  </a:srgbClr>
                </a:gs>
                <a:gs pos="66667">
                  <a:srgbClr val="9F1A47">
                    <a:alpha val="1288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ar-S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6397" cy="1944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665399" y="665850"/>
            <a:ext cx="6319883" cy="8955300"/>
          </a:xfrm>
          <a:custGeom>
            <a:avLst/>
            <a:gdLst/>
            <a:ahLst/>
            <a:cxnLst/>
            <a:rect l="l" t="t" r="r" b="b"/>
            <a:pathLst>
              <a:path w="6319883" h="8955300">
                <a:moveTo>
                  <a:pt x="0" y="0"/>
                </a:moveTo>
                <a:lnTo>
                  <a:pt x="6319882" y="0"/>
                </a:lnTo>
                <a:lnTo>
                  <a:pt x="6319882" y="8955300"/>
                </a:lnTo>
                <a:lnTo>
                  <a:pt x="0" y="895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ar-SA"/>
          </a:p>
        </p:txBody>
      </p:sp>
      <p:sp>
        <p:nvSpPr>
          <p:cNvPr id="9" name="TextBox 9"/>
          <p:cNvSpPr txBox="1"/>
          <p:nvPr/>
        </p:nvSpPr>
        <p:spPr>
          <a:xfrm>
            <a:off x="11822009" y="4783409"/>
            <a:ext cx="6993806" cy="338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596"/>
              </a:lnSpc>
            </a:pPr>
            <a:r>
              <a:rPr lang="ar-EG" sz="2400" b="1" dirty="0">
                <a:solidFill>
                  <a:srgbClr val="000000"/>
                </a:solidFill>
                <a:latin typeface="Alexandria" pitchFamily="2" charset="-78"/>
                <a:ea typeface="Montserrat Bold"/>
                <a:cs typeface="Alexandria" pitchFamily="2" charset="-78"/>
                <a:sym typeface="Montserrat Bold"/>
                <a:rtl/>
              </a:rPr>
              <a:t>تصميم دفتر الملاحظات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62297" y="0"/>
            <a:ext cx="10178103" cy="102870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>
                <a:alphaModFix amt="4000"/>
              </a:blip>
              <a:stretch>
                <a:fillRect l="-9990" t="-84617" r="-10818" b="-77298"/>
              </a:stretch>
            </a:blipFill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72652" y="4858177"/>
            <a:ext cx="6118849" cy="757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908"/>
              </a:lnSpc>
            </a:pPr>
            <a:r>
              <a:rPr lang="ar-EG" sz="6000" b="1" dirty="0">
                <a:solidFill>
                  <a:srgbClr val="000000"/>
                </a:solidFill>
                <a:latin typeface="Alexandria" pitchFamily="2" charset="-78"/>
                <a:ea typeface="Montserrat Bold"/>
                <a:cs typeface="Alexandria" pitchFamily="2" charset="-78"/>
                <a:sym typeface="Montserrat Bold"/>
                <a:rtl/>
              </a:rPr>
              <a:t>التطبـيـقـــات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" y="10005069"/>
            <a:ext cx="18288000" cy="281931"/>
            <a:chOff x="0" y="0"/>
            <a:chExt cx="5087161" cy="2263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7161" cy="226347"/>
            </a:xfrm>
            <a:custGeom>
              <a:avLst/>
              <a:gdLst/>
              <a:ahLst/>
              <a:cxnLst/>
              <a:rect l="l" t="t" r="r" b="b"/>
              <a:pathLst>
                <a:path w="5087161" h="226347">
                  <a:moveTo>
                    <a:pt x="0" y="0"/>
                  </a:moveTo>
                  <a:lnTo>
                    <a:pt x="5087161" y="0"/>
                  </a:lnTo>
                  <a:lnTo>
                    <a:pt x="5087161" y="226347"/>
                  </a:lnTo>
                  <a:lnTo>
                    <a:pt x="0" y="226347"/>
                  </a:lnTo>
                  <a:close/>
                </a:path>
              </a:pathLst>
            </a:custGeom>
            <a:gradFill rotWithShape="1">
              <a:gsLst>
                <a:gs pos="0">
                  <a:srgbClr val="360733">
                    <a:alpha val="98000"/>
                  </a:srgbClr>
                </a:gs>
                <a:gs pos="33333">
                  <a:srgbClr val="7C1540">
                    <a:alpha val="97000"/>
                  </a:srgbClr>
                </a:gs>
                <a:gs pos="66667">
                  <a:srgbClr val="9F1A47">
                    <a:alpha val="5600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ar-S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5087161" cy="207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2207146"/>
            <a:ext cx="18288000" cy="5872707"/>
            <a:chOff x="0" y="0"/>
            <a:chExt cx="4948148" cy="154672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8148" cy="1546721"/>
            </a:xfrm>
            <a:custGeom>
              <a:avLst/>
              <a:gdLst/>
              <a:ahLst/>
              <a:cxnLst/>
              <a:rect l="l" t="t" r="r" b="b"/>
              <a:pathLst>
                <a:path w="4948148" h="1546721">
                  <a:moveTo>
                    <a:pt x="0" y="0"/>
                  </a:moveTo>
                  <a:lnTo>
                    <a:pt x="4948148" y="0"/>
                  </a:lnTo>
                  <a:lnTo>
                    <a:pt x="4948148" y="1546721"/>
                  </a:lnTo>
                  <a:lnTo>
                    <a:pt x="0" y="1546721"/>
                  </a:lnTo>
                  <a:close/>
                </a:path>
              </a:pathLst>
            </a:custGeom>
            <a:gradFill rotWithShape="1">
              <a:gsLst>
                <a:gs pos="0">
                  <a:srgbClr val="360733">
                    <a:alpha val="22540"/>
                  </a:srgbClr>
                </a:gs>
                <a:gs pos="33333">
                  <a:srgbClr val="7C1540">
                    <a:alpha val="22310"/>
                  </a:srgbClr>
                </a:gs>
                <a:gs pos="66667">
                  <a:srgbClr val="9F1A47">
                    <a:alpha val="1288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ar-SA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948148" cy="1584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970539"/>
            <a:ext cx="18288000" cy="316461"/>
            <a:chOff x="0" y="0"/>
            <a:chExt cx="5087161" cy="2263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87161" cy="226347"/>
            </a:xfrm>
            <a:custGeom>
              <a:avLst/>
              <a:gdLst/>
              <a:ahLst/>
              <a:cxnLst/>
              <a:rect l="l" t="t" r="r" b="b"/>
              <a:pathLst>
                <a:path w="5087161" h="226347">
                  <a:moveTo>
                    <a:pt x="0" y="0"/>
                  </a:moveTo>
                  <a:lnTo>
                    <a:pt x="5087161" y="0"/>
                  </a:lnTo>
                  <a:lnTo>
                    <a:pt x="5087161" y="226347"/>
                  </a:lnTo>
                  <a:lnTo>
                    <a:pt x="0" y="226347"/>
                  </a:lnTo>
                  <a:close/>
                </a:path>
              </a:pathLst>
            </a:custGeom>
            <a:gradFill rotWithShape="1">
              <a:gsLst>
                <a:gs pos="0">
                  <a:srgbClr val="360733">
                    <a:alpha val="98000"/>
                  </a:srgbClr>
                </a:gs>
                <a:gs pos="33333">
                  <a:srgbClr val="7C1540">
                    <a:alpha val="97000"/>
                  </a:srgbClr>
                </a:gs>
                <a:gs pos="66667">
                  <a:srgbClr val="9F1A47">
                    <a:alpha val="56000"/>
                  </a:srgbClr>
                </a:gs>
                <a:gs pos="100000">
                  <a:srgbClr val="9D1A46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ar-S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5087161" cy="207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9330" y="-65884"/>
            <a:ext cx="7619965" cy="565415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038" y="212181"/>
            <a:ext cx="7100381" cy="9868494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09330" y="4594450"/>
            <a:ext cx="7619965" cy="5502885"/>
          </a:xfrm>
          <a:prstGeom prst="rect">
            <a:avLst/>
          </a:prstGeom>
        </p:spPr>
      </p:pic>
      <p:sp>
        <p:nvSpPr>
          <p:cNvPr id="8" name="Freeform 8"/>
          <p:cNvSpPr/>
          <p:nvPr/>
        </p:nvSpPr>
        <p:spPr>
          <a:xfrm>
            <a:off x="12554595" y="1999375"/>
            <a:ext cx="5410585" cy="6294105"/>
          </a:xfrm>
          <a:custGeom>
            <a:avLst/>
            <a:gdLst/>
            <a:ahLst/>
            <a:cxnLst/>
            <a:rect l="l" t="t" r="r" b="b"/>
            <a:pathLst>
              <a:path w="5410585" h="6294105">
                <a:moveTo>
                  <a:pt x="0" y="0"/>
                </a:moveTo>
                <a:lnTo>
                  <a:pt x="5410585" y="0"/>
                </a:lnTo>
                <a:lnTo>
                  <a:pt x="5410585" y="6294105"/>
                </a:lnTo>
                <a:lnTo>
                  <a:pt x="0" y="6294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164" r="-10487"/>
            </a:stretch>
          </a:blipFill>
        </p:spPr>
        <p:txBody>
          <a:bodyPr/>
          <a:lstStyle/>
          <a:p>
            <a:endParaRPr lang="ar-S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141</Words>
  <Application>Microsoft Office PowerPoint</Application>
  <PresentationFormat>مخصص</PresentationFormat>
  <Paragraphs>45</Paragraphs>
  <Slides>8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4" baseType="lpstr">
      <vt:lpstr>Alexandria</vt:lpstr>
      <vt:lpstr>Arial</vt:lpstr>
      <vt:lpstr>Futura Light</vt:lpstr>
      <vt:lpstr>Calibri</vt:lpstr>
      <vt:lpstr>Canva Sans Bold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Pink Professional Brand Guildlines Presentation</dc:title>
  <dc:creator>محمد السقا</dc:creator>
  <cp:lastModifiedBy>محمد السقا</cp:lastModifiedBy>
  <cp:revision>2</cp:revision>
  <dcterms:created xsi:type="dcterms:W3CDTF">2006-08-16T00:00:00Z</dcterms:created>
  <dcterms:modified xsi:type="dcterms:W3CDTF">2025-10-02T11:37:40Z</dcterms:modified>
  <dc:identifier>DAG0MxD5IyY</dc:identifier>
</cp:coreProperties>
</file>